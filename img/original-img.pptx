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256" r:id="rId3"/>
    <p:sldId id="405" r:id="rId4"/>
    <p:sldId id="406" r:id="rId5"/>
    <p:sldId id="408" r:id="rId6"/>
    <p:sldId id="407" r:id="rId7"/>
    <p:sldId id="262" r:id="rId8"/>
    <p:sldId id="263" r:id="rId9"/>
    <p:sldId id="264" r:id="rId10"/>
    <p:sldId id="409" r:id="rId11"/>
    <p:sldId id="410" r:id="rId12"/>
    <p:sldId id="419" r:id="rId13"/>
    <p:sldId id="411" r:id="rId14"/>
    <p:sldId id="412" r:id="rId15"/>
    <p:sldId id="413" r:id="rId16"/>
    <p:sldId id="420" r:id="rId17"/>
    <p:sldId id="414" r:id="rId18"/>
    <p:sldId id="415" r:id="rId19"/>
    <p:sldId id="417" r:id="rId20"/>
    <p:sldId id="416" r:id="rId21"/>
    <p:sldId id="287" r:id="rId22"/>
    <p:sldId id="286" r:id="rId23"/>
    <p:sldId id="289" r:id="rId24"/>
    <p:sldId id="283" r:id="rId25"/>
    <p:sldId id="290" r:id="rId26"/>
    <p:sldId id="291" r:id="rId27"/>
    <p:sldId id="292" r:id="rId28"/>
    <p:sldId id="284" r:id="rId29"/>
    <p:sldId id="293" r:id="rId30"/>
    <p:sldId id="294" r:id="rId31"/>
    <p:sldId id="295" r:id="rId32"/>
    <p:sldId id="296" r:id="rId33"/>
    <p:sldId id="421" r:id="rId34"/>
    <p:sldId id="422" r:id="rId35"/>
    <p:sldId id="423" r:id="rId36"/>
    <p:sldId id="424" r:id="rId37"/>
    <p:sldId id="425" r:id="rId38"/>
    <p:sldId id="428" r:id="rId39"/>
    <p:sldId id="429" r:id="rId40"/>
    <p:sldId id="430" r:id="rId41"/>
    <p:sldId id="431" r:id="rId42"/>
    <p:sldId id="426" r:id="rId43"/>
    <p:sldId id="427" r:id="rId44"/>
    <p:sldId id="279" r:id="rId45"/>
    <p:sldId id="280" r:id="rId46"/>
    <p:sldId id="282" r:id="rId47"/>
    <p:sldId id="404" r:id="rId48"/>
    <p:sldId id="303" r:id="rId49"/>
    <p:sldId id="304" r:id="rId50"/>
    <p:sldId id="305" r:id="rId51"/>
    <p:sldId id="306" r:id="rId52"/>
    <p:sldId id="307" r:id="rId53"/>
    <p:sldId id="310" r:id="rId54"/>
    <p:sldId id="311" r:id="rId55"/>
    <p:sldId id="313" r:id="rId56"/>
    <p:sldId id="314" r:id="rId57"/>
    <p:sldId id="317" r:id="rId58"/>
    <p:sldId id="318" r:id="rId59"/>
    <p:sldId id="319" r:id="rId60"/>
    <p:sldId id="320" r:id="rId61"/>
    <p:sldId id="321" r:id="rId62"/>
    <p:sldId id="322" r:id="rId63"/>
    <p:sldId id="325" r:id="rId64"/>
    <p:sldId id="324" r:id="rId65"/>
    <p:sldId id="326" r:id="rId66"/>
    <p:sldId id="327" r:id="rId67"/>
    <p:sldId id="328" r:id="rId68"/>
    <p:sldId id="329" r:id="rId69"/>
    <p:sldId id="331" r:id="rId70"/>
    <p:sldId id="333" r:id="rId71"/>
    <p:sldId id="368" r:id="rId72"/>
    <p:sldId id="369" r:id="rId73"/>
    <p:sldId id="370" r:id="rId74"/>
    <p:sldId id="357" r:id="rId75"/>
    <p:sldId id="358" r:id="rId76"/>
    <p:sldId id="359" r:id="rId77"/>
    <p:sldId id="360" r:id="rId78"/>
    <p:sldId id="361" r:id="rId79"/>
    <p:sldId id="362" r:id="rId80"/>
    <p:sldId id="363" r:id="rId81"/>
    <p:sldId id="364" r:id="rId82"/>
    <p:sldId id="365" r:id="rId83"/>
    <p:sldId id="366" r:id="rId84"/>
    <p:sldId id="373" r:id="rId85"/>
    <p:sldId id="374" r:id="rId86"/>
    <p:sldId id="375" r:id="rId87"/>
    <p:sldId id="376" r:id="rId88"/>
    <p:sldId id="377" r:id="rId89"/>
    <p:sldId id="378" r:id="rId90"/>
    <p:sldId id="379" r:id="rId91"/>
    <p:sldId id="380" r:id="rId92"/>
    <p:sldId id="395" r:id="rId93"/>
    <p:sldId id="384" r:id="rId94"/>
    <p:sldId id="385" r:id="rId95"/>
    <p:sldId id="386" r:id="rId96"/>
    <p:sldId id="387" r:id="rId97"/>
    <p:sldId id="392" r:id="rId98"/>
    <p:sldId id="394" r:id="rId99"/>
    <p:sldId id="396" r:id="rId100"/>
    <p:sldId id="397" r:id="rId101"/>
    <p:sldId id="432" r:id="rId102"/>
    <p:sldId id="399" r:id="rId103"/>
    <p:sldId id="400" r:id="rId104"/>
    <p:sldId id="401" r:id="rId105"/>
    <p:sldId id="402" r:id="rId106"/>
    <p:sldId id="403" r:id="rId10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" id="{03F73668-C202-40C7-A183-447AFC74D6FE}">
          <p14:sldIdLst>
            <p14:sldId id="334"/>
          </p14:sldIdLst>
        </p14:section>
        <p14:section name="1-1" id="{F36B4B14-7AC7-438A-9DB5-C2A1D7FFD439}">
          <p14:sldIdLst>
            <p14:sldId id="256"/>
            <p14:sldId id="405"/>
            <p14:sldId id="406"/>
            <p14:sldId id="408"/>
            <p14:sldId id="407"/>
          </p14:sldIdLst>
        </p14:section>
        <p14:section name="1-2" id="{0546CCCE-7A9E-47E2-9958-336A16196CDD}">
          <p14:sldIdLst>
            <p14:sldId id="262"/>
            <p14:sldId id="263"/>
            <p14:sldId id="264"/>
            <p14:sldId id="409"/>
            <p14:sldId id="410"/>
          </p14:sldIdLst>
        </p14:section>
        <p14:section name="1-3" id="{63009B45-5809-4DE9-AFF4-255451659526}">
          <p14:sldIdLst>
            <p14:sldId id="419"/>
            <p14:sldId id="411"/>
            <p14:sldId id="412"/>
            <p14:sldId id="413"/>
            <p14:sldId id="420"/>
          </p14:sldIdLst>
        </p14:section>
        <p14:section name="1-4" id="{69753926-0CF9-4000-B3FF-F329D5371195}">
          <p14:sldIdLst>
            <p14:sldId id="414"/>
            <p14:sldId id="415"/>
            <p14:sldId id="417"/>
            <p14:sldId id="416"/>
          </p14:sldIdLst>
        </p14:section>
        <p14:section name="1-5" id="{5F1F40DA-ED5A-4000-9D63-9FF777601BA9}">
          <p14:sldIdLst>
            <p14:sldId id="287"/>
            <p14:sldId id="286"/>
          </p14:sldIdLst>
        </p14:section>
        <p14:section name="1-6" id="{092BBAC9-275E-4A34-93B8-26FE67CC2F80}">
          <p14:sldIdLst>
            <p14:sldId id="289"/>
            <p14:sldId id="283"/>
            <p14:sldId id="290"/>
            <p14:sldId id="291"/>
            <p14:sldId id="292"/>
            <p14:sldId id="284"/>
            <p14:sldId id="293"/>
            <p14:sldId id="294"/>
            <p14:sldId id="295"/>
          </p14:sldIdLst>
        </p14:section>
        <p14:section name="1-7" id="{B9237B08-4EBA-4E7A-B0CC-78828D336A77}">
          <p14:sldIdLst>
            <p14:sldId id="296"/>
            <p14:sldId id="421"/>
            <p14:sldId id="422"/>
          </p14:sldIdLst>
        </p14:section>
        <p14:section name="2-0" id="{E4F366F1-15D6-43C3-9F8B-8C2488E1A42E}">
          <p14:sldIdLst>
            <p14:sldId id="423"/>
            <p14:sldId id="424"/>
            <p14:sldId id="425"/>
            <p14:sldId id="428"/>
            <p14:sldId id="429"/>
            <p14:sldId id="430"/>
            <p14:sldId id="431"/>
            <p14:sldId id="426"/>
            <p14:sldId id="427"/>
          </p14:sldIdLst>
        </p14:section>
        <p14:section name="2-1" id="{4398BDD0-F0D6-4B9A-8D34-B9580A809DB8}">
          <p14:sldIdLst>
            <p14:sldId id="279"/>
            <p14:sldId id="280"/>
            <p14:sldId id="282"/>
            <p14:sldId id="404"/>
            <p14:sldId id="303"/>
          </p14:sldIdLst>
        </p14:section>
        <p14:section name="2-2" id="{971A6F47-1DC9-4AC0-A489-9DC4CDC76BB0}">
          <p14:sldIdLst>
            <p14:sldId id="304"/>
            <p14:sldId id="305"/>
            <p14:sldId id="306"/>
            <p14:sldId id="307"/>
          </p14:sldIdLst>
        </p14:section>
        <p14:section name="2-3" id="{EFDE6BF5-3697-4170-A3F9-B4E8CACA3E5B}">
          <p14:sldIdLst>
            <p14:sldId id="310"/>
            <p14:sldId id="311"/>
            <p14:sldId id="313"/>
            <p14:sldId id="314"/>
          </p14:sldIdLst>
        </p14:section>
        <p14:section name="3-1" id="{9ADF17B8-42A3-4E32-A146-BD189A45792D}">
          <p14:sldIdLst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3-2" id="{F1DBBB4F-2E56-4A34-AA4C-1B2E925017CF}">
          <p14:sldIdLst>
            <p14:sldId id="325"/>
            <p14:sldId id="324"/>
            <p14:sldId id="326"/>
            <p14:sldId id="327"/>
            <p14:sldId id="328"/>
            <p14:sldId id="329"/>
          </p14:sldIdLst>
        </p14:section>
        <p14:section name="3-3" id="{1F6652D2-F19D-43FF-A819-04EE1E125FD9}">
          <p14:sldIdLst>
            <p14:sldId id="331"/>
            <p14:sldId id="333"/>
          </p14:sldIdLst>
        </p14:section>
        <p14:section name="4-1" id="{07FC230E-3125-4292-85E9-675DE89FF101}">
          <p14:sldIdLst>
            <p14:sldId id="368"/>
            <p14:sldId id="369"/>
            <p14:sldId id="370"/>
          </p14:sldIdLst>
        </p14:section>
        <p14:section name="4-2" id="{24A18EC0-B81D-4AC2-8CE9-B876E4976CD6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</p14:sldIdLst>
        </p14:section>
        <p14:section name="4-3" id="{339062F8-F8B0-4627-BDD4-285A25B3B0FA}">
          <p14:sldIdLst>
            <p14:sldId id="373"/>
            <p14:sldId id="374"/>
            <p14:sldId id="375"/>
            <p14:sldId id="376"/>
            <p14:sldId id="377"/>
            <p14:sldId id="378"/>
            <p14:sldId id="379"/>
          </p14:sldIdLst>
        </p14:section>
        <p14:section name="4-4" id="{848B3EB5-DFD4-4358-AC83-5BBEC520ACD6}">
          <p14:sldIdLst>
            <p14:sldId id="380"/>
            <p14:sldId id="395"/>
            <p14:sldId id="384"/>
            <p14:sldId id="385"/>
            <p14:sldId id="386"/>
            <p14:sldId id="387"/>
          </p14:sldIdLst>
        </p14:section>
        <p14:section name="4-5" id="{E6FB9474-7F35-46B5-883F-4995F72E0713}">
          <p14:sldIdLst>
            <p14:sldId id="392"/>
            <p14:sldId id="394"/>
          </p14:sldIdLst>
        </p14:section>
        <p14:section name="F-1" id="{6FACB387-B338-4FA5-AAA9-8E047CF8C843}">
          <p14:sldIdLst>
            <p14:sldId id="396"/>
            <p14:sldId id="397"/>
          </p14:sldIdLst>
        </p14:section>
        <p14:section name="F-2" id="{E5B28CEA-028C-4676-9D35-A4C74DF03764}">
          <p14:sldIdLst>
            <p14:sldId id="432"/>
          </p14:sldIdLst>
        </p14:section>
        <p14:section name="F-3" id="{E020893E-64C9-4569-918B-7BAF96ED7733}">
          <p14:sldIdLst>
            <p14:sldId id="399"/>
            <p14:sldId id="400"/>
          </p14:sldIdLst>
        </p14:section>
        <p14:section name="F-4" id="{72046F82-AE18-4686-A976-B9168E9B173F}">
          <p14:sldIdLst>
            <p14:sldId id="401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04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63AD44-7351-4E02-963B-6D9F47230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1ED1B4-8535-4F9A-9281-989A2E42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C74BD4-E13C-411B-8922-5DB2D52D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555F49-6F18-4218-8CE6-0C273EB8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263C18-E0B1-41E3-8AAF-E478B20B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3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B896A0-A8C8-414B-ACF5-D10FC0E8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3F62B7-0EF7-4648-9A63-419EC55D0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932569-87AA-433C-B071-85C87C96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B4EDB-11B2-4B0C-8FAE-920AE91C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C1F08-92E2-4C79-8E65-F5DBDC4D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19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6D0011-C658-4F94-8D0F-236D67CF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D70A58-2DDF-45A0-B8E9-7BC112947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F57E3F-B65C-40E8-B367-B139A433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48155-BBD4-42E6-A008-D6FC9C6C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4B38A0-6C04-4E5B-85A0-AD39314D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43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99F95-BF3E-4070-A084-13E918C8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F5B273-ED6E-456B-8B01-00AA13AF6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4E07EE-6E83-49A0-8C0D-DCB232CF8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10FDB6-70C4-4FC1-B0F1-059E685E9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17409B-A621-46B9-A0C8-4D29433A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344CC9-2CF5-43C7-9EFC-9389D6F7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30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90F3A-20BB-4946-9DB1-9734DDB5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D3EF9E-23B0-437A-842A-4FEDA5EDB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AE5A47-30B0-4AE2-9604-5EE893E28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DCFD83-CF68-415C-A0CE-096DFB963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0F88FF4-356E-45F4-9D46-54FEEF385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E19380-D2FE-4EB3-BD2F-17EC8223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A904E7C-1C88-4AEF-8DA8-6399506B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AC6CC98-5653-41E9-95DF-21B074DD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47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537869-96BB-4C23-867F-90543DED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AB8BA8-9164-4BEE-A78A-454A9453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BDFAF2-19BB-4F46-9575-8B46F027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E7BAC4-E325-4AB1-86EB-F2857CFD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05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E6A77B-0A5C-4281-8DF9-E0F9632B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5945F2-6B92-4D65-AB5E-02B4BEA0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81FD3F-79FA-4484-A8B8-C3753E59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20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58D490-435C-4291-81E7-969FA5E0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B490FB-5BBB-4F41-9EE7-5C6538BF3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DD11D4-20BD-477D-BD69-AAE69796F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37B7DB-15EB-4BA0-A834-C4FF2E95A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1E6AFB-F0CA-4987-BC06-84488A37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E089CC-3CC8-4366-92E4-0C949B38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96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2D2EBB-5305-48D7-898B-AAD66667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AA7F09-F82B-4754-BA22-FE991AEA5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F24591-D556-4A20-BE3B-219D3218A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FEA8C5-5B58-43A9-9B2F-8AF9E784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809627-3E0F-40F8-A94A-5840FE5F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5A5FED-1999-46A1-9C63-581843A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40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F60B5-FC8A-455D-8896-F80C8196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ACB89E-42FD-4AFC-A465-7B009DE51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EFBAD8-5152-4EC7-BF42-1814A986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AD00ED-64B0-48E6-B82D-BD05D4D8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52D80E-CC76-492C-9282-A1221777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91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74D008-679A-4201-99D6-C6222DB77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C47D40-4CDA-43AF-90C1-D3855476C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F3A4CA-5CAC-4831-9BEB-7FCC6D72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07531E-D793-44A0-BD82-8E7FFC6F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36B01E-5922-4C1F-A333-F15959FA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17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966319-03D7-43CA-8CC3-375AC630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1FB2B6-FF6A-4BF4-81CB-B272F86E1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CD759C-A3BC-438B-849A-E529C438B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13F53-AA53-4E32-A418-E48B2829D196}" type="datetimeFigureOut">
              <a:rPr kumimoji="1" lang="ja-JP" altLang="en-US" smtClean="0"/>
              <a:t>2025/2/14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B663E1-B1A3-4874-AC88-6D840C4C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F3D260-3402-409B-82CC-CEA7B6F5F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2E6C9-4668-4795-ACE8-A81C77D16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68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D6BBDAA-869B-4E4B-ACBD-CAEFA8E08BBC}"/>
              </a:ext>
            </a:extLst>
          </p:cNvPr>
          <p:cNvCxnSpPr>
            <a:cxnSpLocks/>
          </p:cNvCxnSpPr>
          <p:nvPr/>
        </p:nvCxnSpPr>
        <p:spPr>
          <a:xfrm flipV="1">
            <a:off x="4907559" y="2023303"/>
            <a:ext cx="0" cy="1211066"/>
          </a:xfrm>
          <a:prstGeom prst="line">
            <a:avLst/>
          </a:prstGeom>
          <a:ln w="76200" cap="rnd">
            <a:solidFill>
              <a:srgbClr val="00B0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A9A38D5B-6DE8-42F4-8C6B-C96061EC1B14}"/>
              </a:ext>
            </a:extLst>
          </p:cNvPr>
          <p:cNvCxnSpPr>
            <a:cxnSpLocks/>
          </p:cNvCxnSpPr>
          <p:nvPr/>
        </p:nvCxnSpPr>
        <p:spPr>
          <a:xfrm flipH="1">
            <a:off x="4907561" y="2023303"/>
            <a:ext cx="3722914" cy="0"/>
          </a:xfrm>
          <a:prstGeom prst="line">
            <a:avLst/>
          </a:prstGeom>
          <a:ln w="76200" cap="rnd">
            <a:solidFill>
              <a:srgbClr val="00B0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9F38D5FB-FB7E-423A-93AD-44ED707EA9DB}"/>
              </a:ext>
            </a:extLst>
          </p:cNvPr>
          <p:cNvCxnSpPr>
            <a:cxnSpLocks/>
          </p:cNvCxnSpPr>
          <p:nvPr/>
        </p:nvCxnSpPr>
        <p:spPr>
          <a:xfrm flipV="1">
            <a:off x="8630475" y="2023303"/>
            <a:ext cx="0" cy="4369108"/>
          </a:xfrm>
          <a:prstGeom prst="line">
            <a:avLst/>
          </a:prstGeom>
          <a:ln w="76200" cap="rnd">
            <a:solidFill>
              <a:srgbClr val="00B0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D15A231B-D88F-4A3A-9349-B6DA9E5EF828}"/>
              </a:ext>
            </a:extLst>
          </p:cNvPr>
          <p:cNvCxnSpPr>
            <a:cxnSpLocks/>
          </p:cNvCxnSpPr>
          <p:nvPr/>
        </p:nvCxnSpPr>
        <p:spPr>
          <a:xfrm flipH="1">
            <a:off x="2172748" y="6392411"/>
            <a:ext cx="6457727" cy="0"/>
          </a:xfrm>
          <a:prstGeom prst="line">
            <a:avLst/>
          </a:prstGeom>
          <a:ln w="76200" cap="rnd">
            <a:solidFill>
              <a:srgbClr val="00B0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952502-1D2D-4CCA-A700-ADDC515E19A9}"/>
              </a:ext>
            </a:extLst>
          </p:cNvPr>
          <p:cNvCxnSpPr>
            <a:cxnSpLocks/>
          </p:cNvCxnSpPr>
          <p:nvPr/>
        </p:nvCxnSpPr>
        <p:spPr>
          <a:xfrm flipH="1">
            <a:off x="2172748" y="3244314"/>
            <a:ext cx="2734811" cy="0"/>
          </a:xfrm>
          <a:prstGeom prst="line">
            <a:avLst/>
          </a:prstGeom>
          <a:ln w="76200" cap="rnd">
            <a:solidFill>
              <a:srgbClr val="00B0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B3EE26C7-18F2-4766-ACF9-FD060DE9D2DB}"/>
              </a:ext>
            </a:extLst>
          </p:cNvPr>
          <p:cNvCxnSpPr>
            <a:cxnSpLocks/>
          </p:cNvCxnSpPr>
          <p:nvPr/>
        </p:nvCxnSpPr>
        <p:spPr>
          <a:xfrm flipV="1">
            <a:off x="2172748" y="3249234"/>
            <a:ext cx="0" cy="3143177"/>
          </a:xfrm>
          <a:prstGeom prst="line">
            <a:avLst/>
          </a:prstGeom>
          <a:ln w="76200" cap="rnd">
            <a:solidFill>
              <a:srgbClr val="00B0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6AA387EE-9508-4FBF-A80D-D8BB6971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004" y="179193"/>
            <a:ext cx="1572921" cy="158495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4DCC01-406B-4EF5-9649-2A5671AB994A}"/>
              </a:ext>
            </a:extLst>
          </p:cNvPr>
          <p:cNvSpPr txBox="1"/>
          <p:nvPr/>
        </p:nvSpPr>
        <p:spPr>
          <a:xfrm>
            <a:off x="4595663" y="728628"/>
            <a:ext cx="1518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/>
              <a:t>ReButton</a:t>
            </a:r>
            <a:endParaRPr kumimoji="1" lang="ja-JP" altLang="en-US" sz="240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D4CBD24-743D-453D-8854-7113245FECEC}"/>
              </a:ext>
            </a:extLst>
          </p:cNvPr>
          <p:cNvGrpSpPr/>
          <p:nvPr/>
        </p:nvGrpSpPr>
        <p:grpSpPr>
          <a:xfrm>
            <a:off x="3090343" y="1553223"/>
            <a:ext cx="567783" cy="672764"/>
            <a:chOff x="2723677" y="1642187"/>
            <a:chExt cx="567783" cy="672764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FC1B9C17-70C0-427A-84E8-6D241500C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2485" y="1642187"/>
              <a:ext cx="468244" cy="470080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2593BD0-A00A-49CA-A27B-E520B2BF22EB}"/>
                </a:ext>
              </a:extLst>
            </p:cNvPr>
            <p:cNvSpPr txBox="1"/>
            <p:nvPr/>
          </p:nvSpPr>
          <p:spPr>
            <a:xfrm>
              <a:off x="2723677" y="2037952"/>
              <a:ext cx="567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/>
                <a:t>Wi-Fi</a:t>
              </a:r>
              <a:endParaRPr kumimoji="1" lang="ja-JP" altLang="en-US" sz="1200"/>
            </a:p>
          </p:txBody>
        </p:sp>
      </p:grpSp>
      <p:pic>
        <p:nvPicPr>
          <p:cNvPr id="8" name="図 7">
            <a:extLst>
              <a:ext uri="{FF2B5EF4-FFF2-40B4-BE49-F238E27FC236}">
                <a16:creationId xmlns:a16="http://schemas.microsoft.com/office/drawing/2014/main" id="{6E56CF6F-11F2-46C4-8F06-62E0447C77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554" y="2301478"/>
            <a:ext cx="613821" cy="61622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672597-6FC3-4F46-BDC4-98719EFD08C4}"/>
              </a:ext>
            </a:extLst>
          </p:cNvPr>
          <p:cNvSpPr txBox="1"/>
          <p:nvPr/>
        </p:nvSpPr>
        <p:spPr>
          <a:xfrm>
            <a:off x="1809056" y="235177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/>
              <a:t>Wi-Fi</a:t>
            </a:r>
          </a:p>
          <a:p>
            <a:pPr algn="ctr"/>
            <a:r>
              <a:rPr kumimoji="1" lang="ja-JP" altLang="en-US" sz="1600"/>
              <a:t>アクセスポイント</a:t>
            </a:r>
          </a:p>
        </p:txBody>
      </p:sp>
      <p:pic>
        <p:nvPicPr>
          <p:cNvPr id="10" name="Picture 4" descr="é¢é£ç»å">
            <a:extLst>
              <a:ext uri="{FF2B5EF4-FFF2-40B4-BE49-F238E27FC236}">
                <a16:creationId xmlns:a16="http://schemas.microsoft.com/office/drawing/2014/main" id="{9F085F75-597D-4625-AC02-C05B74E97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48" y="3616793"/>
            <a:ext cx="1191231" cy="119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C1AD8B-3C30-4FB5-AB51-E0E561043196}"/>
              </a:ext>
            </a:extLst>
          </p:cNvPr>
          <p:cNvSpPr txBox="1"/>
          <p:nvPr/>
        </p:nvSpPr>
        <p:spPr>
          <a:xfrm>
            <a:off x="2540778" y="4850424"/>
            <a:ext cx="2654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/>
              <a:t>Azure IoT Central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5E9EA75-CB38-410E-B27B-A8FF44F41C2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767465" y="1553223"/>
            <a:ext cx="0" cy="748255"/>
          </a:xfrm>
          <a:prstGeom prst="line">
            <a:avLst/>
          </a:prstGeom>
          <a:ln w="76200" cap="rnd">
            <a:solidFill>
              <a:schemeClr val="bg1">
                <a:lumMod val="5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956F194-A62D-42BD-A689-7D67D7F29AB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767465" y="2917706"/>
            <a:ext cx="0" cy="649529"/>
          </a:xfrm>
          <a:prstGeom prst="line">
            <a:avLst/>
          </a:prstGeom>
          <a:ln w="76200" cap="rnd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ãazure monitorãã®ç»åæ¤ç´¢çµæ">
            <a:extLst>
              <a:ext uri="{FF2B5EF4-FFF2-40B4-BE49-F238E27FC236}">
                <a16:creationId xmlns:a16="http://schemas.microsoft.com/office/drawing/2014/main" id="{F981C027-7EFB-4D51-9384-9987BFAF3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018" y="2628902"/>
            <a:ext cx="1191232" cy="119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C47493-46D9-4A55-975C-B219F4637202}"/>
              </a:ext>
            </a:extLst>
          </p:cNvPr>
          <p:cNvSpPr txBox="1"/>
          <p:nvPr/>
        </p:nvSpPr>
        <p:spPr>
          <a:xfrm>
            <a:off x="6114027" y="3911816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/>
              <a:t>Azure Monitor</a:t>
            </a:r>
            <a:endParaRPr kumimoji="1" lang="ja-JP" altLang="en-US" sz="1600"/>
          </a:p>
        </p:txBody>
      </p:sp>
      <p:pic>
        <p:nvPicPr>
          <p:cNvPr id="1028" name="Picture 4" descr="ãazure functions site:docs.microsoft.comãã®ç»åæ¤ç´¢çµæ">
            <a:extLst>
              <a:ext uri="{FF2B5EF4-FFF2-40B4-BE49-F238E27FC236}">
                <a16:creationId xmlns:a16="http://schemas.microsoft.com/office/drawing/2014/main" id="{2FF24F8B-17BC-4AB1-90BC-CD659AA81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018" y="4732572"/>
            <a:ext cx="1191232" cy="119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DFC0FCC-7A42-43F0-AB92-BEB6683932B5}"/>
              </a:ext>
            </a:extLst>
          </p:cNvPr>
          <p:cNvSpPr txBox="1"/>
          <p:nvPr/>
        </p:nvSpPr>
        <p:spPr>
          <a:xfrm>
            <a:off x="5967353" y="5821230"/>
            <a:ext cx="2478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/>
              <a:t>Azure Functions</a:t>
            </a:r>
            <a:endParaRPr kumimoji="1" lang="ja-JP" altLang="en-US" sz="1600"/>
          </a:p>
        </p:txBody>
      </p:sp>
      <p:pic>
        <p:nvPicPr>
          <p:cNvPr id="31" name="図 30" descr="モニター, 座っている, 室内 が含まれている画像&#10;&#10;自動的に生成された説明">
            <a:extLst>
              <a:ext uri="{FF2B5EF4-FFF2-40B4-BE49-F238E27FC236}">
                <a16:creationId xmlns:a16="http://schemas.microsoft.com/office/drawing/2014/main" id="{5957F100-9BBC-47FD-8FE8-35F02ADAA0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697" y="2624769"/>
            <a:ext cx="1214437" cy="1219199"/>
          </a:xfrm>
          <a:prstGeom prst="rect">
            <a:avLst/>
          </a:prstGeom>
        </p:spPr>
      </p:pic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5C3F1B9-CC05-4613-9111-B2FEFBE92BCC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934518" y="3234369"/>
            <a:ext cx="1706179" cy="0"/>
          </a:xfrm>
          <a:prstGeom prst="line">
            <a:avLst/>
          </a:prstGeom>
          <a:ln w="76200" cap="rnd">
            <a:solidFill>
              <a:schemeClr val="bg1">
                <a:lumMod val="50000"/>
              </a:schemeClr>
            </a:solidFill>
            <a:prstDash val="solid"/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CF0EB449-F043-4906-9597-03587A59194B}"/>
              </a:ext>
            </a:extLst>
          </p:cNvPr>
          <p:cNvCxnSpPr>
            <a:cxnSpLocks/>
            <a:stCxn id="10" idx="3"/>
            <a:endCxn id="1026" idx="1"/>
          </p:cNvCxnSpPr>
          <p:nvPr/>
        </p:nvCxnSpPr>
        <p:spPr>
          <a:xfrm flipV="1">
            <a:off x="4363079" y="3224518"/>
            <a:ext cx="2247939" cy="987891"/>
          </a:xfrm>
          <a:prstGeom prst="bentConnector3">
            <a:avLst>
              <a:gd name="adj1" fmla="val 50000"/>
            </a:avLst>
          </a:prstGeom>
          <a:ln w="76200" cap="rnd">
            <a:solidFill>
              <a:schemeClr val="bg1">
                <a:lumMod val="50000"/>
              </a:schemeClr>
            </a:solidFill>
            <a:prstDash val="solid"/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37">
            <a:extLst>
              <a:ext uri="{FF2B5EF4-FFF2-40B4-BE49-F238E27FC236}">
                <a16:creationId xmlns:a16="http://schemas.microsoft.com/office/drawing/2014/main" id="{2F483A7C-14EF-490B-AA64-7A0E7E146E1E}"/>
              </a:ext>
            </a:extLst>
          </p:cNvPr>
          <p:cNvCxnSpPr>
            <a:cxnSpLocks/>
            <a:stCxn id="10" idx="3"/>
            <a:endCxn id="1028" idx="1"/>
          </p:cNvCxnSpPr>
          <p:nvPr/>
        </p:nvCxnSpPr>
        <p:spPr>
          <a:xfrm>
            <a:off x="4363079" y="4212409"/>
            <a:ext cx="2247939" cy="1115779"/>
          </a:xfrm>
          <a:prstGeom prst="bentConnector3">
            <a:avLst>
              <a:gd name="adj1" fmla="val 50000"/>
            </a:avLst>
          </a:prstGeom>
          <a:ln w="76200" cap="rnd">
            <a:solidFill>
              <a:schemeClr val="bg1">
                <a:lumMod val="50000"/>
              </a:schemeClr>
            </a:solidFill>
            <a:prstDash val="solid"/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464CD250-9854-406A-8F3C-362ACF03ED81}"/>
              </a:ext>
            </a:extLst>
          </p:cNvPr>
          <p:cNvSpPr txBox="1"/>
          <p:nvPr/>
        </p:nvSpPr>
        <p:spPr>
          <a:xfrm>
            <a:off x="1128693" y="5934346"/>
            <a:ext cx="989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/>
              <a:t>Azure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670F627-B2DF-4E96-9BAC-FB264586C02D}"/>
              </a:ext>
            </a:extLst>
          </p:cNvPr>
          <p:cNvSpPr txBox="1"/>
          <p:nvPr/>
        </p:nvSpPr>
        <p:spPr>
          <a:xfrm>
            <a:off x="9078366" y="391181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/>
              <a:t>スマートフォン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01E26A53-CD3A-4785-A50B-4251B6AEEA08}"/>
              </a:ext>
            </a:extLst>
          </p:cNvPr>
          <p:cNvSpPr txBox="1"/>
          <p:nvPr/>
        </p:nvSpPr>
        <p:spPr>
          <a:xfrm>
            <a:off x="7908970" y="2880283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/>
              <a:t>SMS</a:t>
            </a:r>
            <a:endParaRPr kumimoji="1" lang="ja-JP" altLang="en-US" sz="16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5AC568-7FD5-8217-645F-437C353AE713}"/>
              </a:ext>
            </a:extLst>
          </p:cNvPr>
          <p:cNvSpPr/>
          <p:nvPr/>
        </p:nvSpPr>
        <p:spPr>
          <a:xfrm>
            <a:off x="5881036" y="2301478"/>
            <a:ext cx="5536426" cy="3981414"/>
          </a:xfrm>
          <a:prstGeom prst="rect">
            <a:avLst/>
          </a:prstGeom>
          <a:solidFill>
            <a:srgbClr val="7F7F7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4A3115-EA67-100B-B701-4AB899F401AE}"/>
              </a:ext>
            </a:extLst>
          </p:cNvPr>
          <p:cNvSpPr txBox="1"/>
          <p:nvPr/>
        </p:nvSpPr>
        <p:spPr>
          <a:xfrm>
            <a:off x="9154204" y="197365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/>
              <a:t>本テキスト対応予定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2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C4E8CA87-D60E-2246-25E5-F3A0ABF63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C4E87F-8B8E-459C-A03C-8DD26369F78A}"/>
              </a:ext>
            </a:extLst>
          </p:cNvPr>
          <p:cNvCxnSpPr>
            <a:cxnSpLocks/>
          </p:cNvCxnSpPr>
          <p:nvPr/>
        </p:nvCxnSpPr>
        <p:spPr>
          <a:xfrm>
            <a:off x="382150" y="2056827"/>
            <a:ext cx="9423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5334EA-CB53-40B0-8A5B-8717743D460C}"/>
              </a:ext>
            </a:extLst>
          </p:cNvPr>
          <p:cNvSpPr txBox="1"/>
          <p:nvPr/>
        </p:nvSpPr>
        <p:spPr>
          <a:xfrm>
            <a:off x="0" y="176557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E2A1C9F-26E3-3509-767C-AD1289E462C9}"/>
              </a:ext>
            </a:extLst>
          </p:cNvPr>
          <p:cNvCxnSpPr>
            <a:cxnSpLocks/>
          </p:cNvCxnSpPr>
          <p:nvPr/>
        </p:nvCxnSpPr>
        <p:spPr>
          <a:xfrm>
            <a:off x="1655147" y="1241190"/>
            <a:ext cx="12667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CE7255-0899-7261-46D3-F8B5CD2331C5}"/>
              </a:ext>
            </a:extLst>
          </p:cNvPr>
          <p:cNvSpPr txBox="1"/>
          <p:nvPr/>
        </p:nvSpPr>
        <p:spPr>
          <a:xfrm>
            <a:off x="1272997" y="94993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83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5D324CB6-FD01-5D27-5732-497C633E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C54420-E65E-1841-183E-0BBBA5557C74}"/>
              </a:ext>
            </a:extLst>
          </p:cNvPr>
          <p:cNvCxnSpPr>
            <a:cxnSpLocks/>
          </p:cNvCxnSpPr>
          <p:nvPr/>
        </p:nvCxnSpPr>
        <p:spPr>
          <a:xfrm>
            <a:off x="1947412" y="3655862"/>
            <a:ext cx="9423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0ECD69-C178-7E78-6B10-F465111AC717}"/>
              </a:ext>
            </a:extLst>
          </p:cNvPr>
          <p:cNvSpPr txBox="1"/>
          <p:nvPr/>
        </p:nvSpPr>
        <p:spPr>
          <a:xfrm>
            <a:off x="1565262" y="336460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32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AF64565E-AFCE-7225-7270-2B44ED2C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23B4509-CA15-19E0-B406-6B54C1547AC1}"/>
              </a:ext>
            </a:extLst>
          </p:cNvPr>
          <p:cNvCxnSpPr>
            <a:cxnSpLocks/>
          </p:cNvCxnSpPr>
          <p:nvPr/>
        </p:nvCxnSpPr>
        <p:spPr>
          <a:xfrm>
            <a:off x="1649481" y="2466865"/>
            <a:ext cx="14300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C088E9-A4EB-D5DA-1F4E-3990502EADC4}"/>
              </a:ext>
            </a:extLst>
          </p:cNvPr>
          <p:cNvSpPr txBox="1"/>
          <p:nvPr/>
        </p:nvSpPr>
        <p:spPr>
          <a:xfrm>
            <a:off x="1267331" y="217560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6561055-46C9-53B8-67A5-3E3B2EC9C925}"/>
              </a:ext>
            </a:extLst>
          </p:cNvPr>
          <p:cNvCxnSpPr>
            <a:cxnSpLocks/>
          </p:cNvCxnSpPr>
          <p:nvPr/>
        </p:nvCxnSpPr>
        <p:spPr>
          <a:xfrm>
            <a:off x="1649481" y="2938865"/>
            <a:ext cx="14300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D0B15E7-EDC0-AA4E-53BD-A4AEF0930785}"/>
              </a:ext>
            </a:extLst>
          </p:cNvPr>
          <p:cNvCxnSpPr>
            <a:cxnSpLocks/>
          </p:cNvCxnSpPr>
          <p:nvPr/>
        </p:nvCxnSpPr>
        <p:spPr>
          <a:xfrm>
            <a:off x="1627331" y="3840386"/>
            <a:ext cx="7166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93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B8B58BB-5F56-9C09-8320-0A1BAF79A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9F1AE53-ECB1-2463-91AF-2F1E6EF58D34}"/>
              </a:ext>
            </a:extLst>
          </p:cNvPr>
          <p:cNvCxnSpPr>
            <a:cxnSpLocks/>
          </p:cNvCxnSpPr>
          <p:nvPr/>
        </p:nvCxnSpPr>
        <p:spPr>
          <a:xfrm>
            <a:off x="1649481" y="4527484"/>
            <a:ext cx="14300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07E420A-134C-69BD-3B3E-E8A016E0C97E}"/>
              </a:ext>
            </a:extLst>
          </p:cNvPr>
          <p:cNvCxnSpPr>
            <a:cxnSpLocks/>
          </p:cNvCxnSpPr>
          <p:nvPr/>
        </p:nvCxnSpPr>
        <p:spPr>
          <a:xfrm>
            <a:off x="1649481" y="5107033"/>
            <a:ext cx="14300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840DF8F-09AC-82B5-E299-19CBD1F652A1}"/>
              </a:ext>
            </a:extLst>
          </p:cNvPr>
          <p:cNvCxnSpPr>
            <a:cxnSpLocks/>
          </p:cNvCxnSpPr>
          <p:nvPr/>
        </p:nvCxnSpPr>
        <p:spPr>
          <a:xfrm>
            <a:off x="1649481" y="5557793"/>
            <a:ext cx="14300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FA591A7-36D1-1342-FDE4-30AE084A96C8}"/>
              </a:ext>
            </a:extLst>
          </p:cNvPr>
          <p:cNvCxnSpPr>
            <a:cxnSpLocks/>
          </p:cNvCxnSpPr>
          <p:nvPr/>
        </p:nvCxnSpPr>
        <p:spPr>
          <a:xfrm>
            <a:off x="1649481" y="6750620"/>
            <a:ext cx="4111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814F416-E37B-42F0-481D-E0CCB6C85418}"/>
              </a:ext>
            </a:extLst>
          </p:cNvPr>
          <p:cNvSpPr txBox="1"/>
          <p:nvPr/>
        </p:nvSpPr>
        <p:spPr>
          <a:xfrm>
            <a:off x="1267331" y="64593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021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0E3DF55-5E2E-542C-EACF-EC1255D26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03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FBB2EE02-CF93-6913-4847-38E328413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13909A2-100A-426C-BDB7-3DF359D103B7}"/>
              </a:ext>
            </a:extLst>
          </p:cNvPr>
          <p:cNvCxnSpPr>
            <a:cxnSpLocks/>
          </p:cNvCxnSpPr>
          <p:nvPr/>
        </p:nvCxnSpPr>
        <p:spPr>
          <a:xfrm>
            <a:off x="382150" y="2819332"/>
            <a:ext cx="15817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00E456-371D-440B-BFE9-7BF0938187A6}"/>
              </a:ext>
            </a:extLst>
          </p:cNvPr>
          <p:cNvSpPr txBox="1"/>
          <p:nvPr/>
        </p:nvSpPr>
        <p:spPr>
          <a:xfrm>
            <a:off x="0" y="252807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9DCD035-C353-4420-9A6B-68AC35110048}"/>
              </a:ext>
            </a:extLst>
          </p:cNvPr>
          <p:cNvCxnSpPr>
            <a:cxnSpLocks/>
          </p:cNvCxnSpPr>
          <p:nvPr/>
        </p:nvCxnSpPr>
        <p:spPr>
          <a:xfrm>
            <a:off x="2176144" y="1393982"/>
            <a:ext cx="5788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3BDD31B-7E53-42E0-9CA0-48DB1046CB3E}"/>
              </a:ext>
            </a:extLst>
          </p:cNvPr>
          <p:cNvSpPr txBox="1"/>
          <p:nvPr/>
        </p:nvSpPr>
        <p:spPr>
          <a:xfrm>
            <a:off x="1793994" y="110272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01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DFF40903-6619-35A0-F499-37FA0EFE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4BE9DDA-ACAC-41A5-AFB9-E66A90B99637}"/>
              </a:ext>
            </a:extLst>
          </p:cNvPr>
          <p:cNvCxnSpPr>
            <a:cxnSpLocks/>
          </p:cNvCxnSpPr>
          <p:nvPr/>
        </p:nvCxnSpPr>
        <p:spPr>
          <a:xfrm>
            <a:off x="4910774" y="4476947"/>
            <a:ext cx="8133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C629E9-6112-400F-A748-0A5073CBB38A}"/>
              </a:ext>
            </a:extLst>
          </p:cNvPr>
          <p:cNvSpPr txBox="1"/>
          <p:nvPr/>
        </p:nvSpPr>
        <p:spPr>
          <a:xfrm>
            <a:off x="4528624" y="418569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E2FC1FF-C41E-4CA9-53F8-63D17EBFB995}"/>
              </a:ext>
            </a:extLst>
          </p:cNvPr>
          <p:cNvCxnSpPr>
            <a:cxnSpLocks/>
          </p:cNvCxnSpPr>
          <p:nvPr/>
        </p:nvCxnSpPr>
        <p:spPr>
          <a:xfrm>
            <a:off x="4744944" y="6692114"/>
            <a:ext cx="11703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3BC5D7-F51F-937A-834C-FD63AAC0BA22}"/>
              </a:ext>
            </a:extLst>
          </p:cNvPr>
          <p:cNvSpPr txBox="1"/>
          <p:nvPr/>
        </p:nvSpPr>
        <p:spPr>
          <a:xfrm>
            <a:off x="4362794" y="640085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5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F740F2DA-0082-180D-3F57-F495247E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C7E9FFF-43A4-4B73-9DE7-2262E24851C2}"/>
              </a:ext>
            </a:extLst>
          </p:cNvPr>
          <p:cNvCxnSpPr>
            <a:cxnSpLocks/>
          </p:cNvCxnSpPr>
          <p:nvPr/>
        </p:nvCxnSpPr>
        <p:spPr>
          <a:xfrm>
            <a:off x="4798827" y="2460945"/>
            <a:ext cx="7604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5DD289-AC4F-4CEE-8DCC-C8465DC649F2}"/>
              </a:ext>
            </a:extLst>
          </p:cNvPr>
          <p:cNvSpPr txBox="1"/>
          <p:nvPr/>
        </p:nvSpPr>
        <p:spPr>
          <a:xfrm>
            <a:off x="4416677" y="216968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FE325FC-2789-48AC-924B-624A623E8537}"/>
              </a:ext>
            </a:extLst>
          </p:cNvPr>
          <p:cNvCxnSpPr>
            <a:cxnSpLocks/>
          </p:cNvCxnSpPr>
          <p:nvPr/>
        </p:nvCxnSpPr>
        <p:spPr>
          <a:xfrm>
            <a:off x="6495215" y="6700894"/>
            <a:ext cx="85200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97E127-CEF7-4FCA-B4D6-298A1CF02A02}"/>
              </a:ext>
            </a:extLst>
          </p:cNvPr>
          <p:cNvSpPr txBox="1"/>
          <p:nvPr/>
        </p:nvSpPr>
        <p:spPr>
          <a:xfrm>
            <a:off x="6113065" y="640963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0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14906690-BE93-5E25-B8AB-742AC400F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C8C4EF3-C3B6-EB55-2EAD-BEEDDBBE6F46}"/>
              </a:ext>
            </a:extLst>
          </p:cNvPr>
          <p:cNvCxnSpPr>
            <a:cxnSpLocks/>
          </p:cNvCxnSpPr>
          <p:nvPr/>
        </p:nvCxnSpPr>
        <p:spPr>
          <a:xfrm>
            <a:off x="6500055" y="6702756"/>
            <a:ext cx="4382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92A721-2A62-49D4-D5AF-73BB50996D4D}"/>
              </a:ext>
            </a:extLst>
          </p:cNvPr>
          <p:cNvSpPr txBox="1"/>
          <p:nvPr/>
        </p:nvSpPr>
        <p:spPr>
          <a:xfrm>
            <a:off x="6117905" y="641149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69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69FA326-5F95-2ADA-4094-E1FB08D6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2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815F-D3D7-BA61-CA2D-734FF10F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307A51C-4DC6-4A72-451A-4D3D66544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0F0CFF7C-534B-F389-2183-A746611A33EF}"/>
              </a:ext>
            </a:extLst>
          </p:cNvPr>
          <p:cNvCxnSpPr>
            <a:cxnSpLocks/>
          </p:cNvCxnSpPr>
          <p:nvPr/>
        </p:nvCxnSpPr>
        <p:spPr>
          <a:xfrm>
            <a:off x="2507603" y="4873956"/>
            <a:ext cx="10212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C3B504-9AC3-C057-1784-33C513EFD3BC}"/>
              </a:ext>
            </a:extLst>
          </p:cNvPr>
          <p:cNvSpPr txBox="1"/>
          <p:nvPr/>
        </p:nvSpPr>
        <p:spPr>
          <a:xfrm>
            <a:off x="2125453" y="458269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091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E32822A-046D-3AA3-695C-4E0F8835F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53432A7-B4BF-AA6C-F541-A908E6DBFC6A}"/>
              </a:ext>
            </a:extLst>
          </p:cNvPr>
          <p:cNvCxnSpPr>
            <a:cxnSpLocks/>
          </p:cNvCxnSpPr>
          <p:nvPr/>
        </p:nvCxnSpPr>
        <p:spPr>
          <a:xfrm>
            <a:off x="5512674" y="3573190"/>
            <a:ext cx="8237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BA5A10-D665-3D92-5DB8-2B8560FD83F6}"/>
              </a:ext>
            </a:extLst>
          </p:cNvPr>
          <p:cNvSpPr txBox="1"/>
          <p:nvPr/>
        </p:nvSpPr>
        <p:spPr>
          <a:xfrm>
            <a:off x="5130524" y="328193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739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23CD47A-4E5F-49FA-B7CE-9E34097B9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42BAFCD-09A3-EA8F-2F2B-4ECFE2CAC854}"/>
              </a:ext>
            </a:extLst>
          </p:cNvPr>
          <p:cNvCxnSpPr>
            <a:cxnSpLocks/>
          </p:cNvCxnSpPr>
          <p:nvPr/>
        </p:nvCxnSpPr>
        <p:spPr>
          <a:xfrm>
            <a:off x="4570366" y="4356655"/>
            <a:ext cx="65054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78CA0BB-93AA-AC61-4F2B-3A4D6D8F0B3B}"/>
              </a:ext>
            </a:extLst>
          </p:cNvPr>
          <p:cNvSpPr txBox="1"/>
          <p:nvPr/>
        </p:nvSpPr>
        <p:spPr>
          <a:xfrm>
            <a:off x="4188216" y="406539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BB9C5B6-68CA-E6CB-F12D-89B8E3A0697E}"/>
              </a:ext>
            </a:extLst>
          </p:cNvPr>
          <p:cNvCxnSpPr>
            <a:cxnSpLocks/>
          </p:cNvCxnSpPr>
          <p:nvPr/>
        </p:nvCxnSpPr>
        <p:spPr>
          <a:xfrm>
            <a:off x="4570366" y="5309692"/>
            <a:ext cx="8902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B425EB1-620E-5DA1-FC2E-E4F9AF3E5105}"/>
              </a:ext>
            </a:extLst>
          </p:cNvPr>
          <p:cNvCxnSpPr>
            <a:cxnSpLocks/>
          </p:cNvCxnSpPr>
          <p:nvPr/>
        </p:nvCxnSpPr>
        <p:spPr>
          <a:xfrm>
            <a:off x="11513710" y="4356655"/>
            <a:ext cx="3477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69F944C-5D2F-6DF3-6243-C12A5C744CAE}"/>
              </a:ext>
            </a:extLst>
          </p:cNvPr>
          <p:cNvCxnSpPr>
            <a:cxnSpLocks/>
          </p:cNvCxnSpPr>
          <p:nvPr/>
        </p:nvCxnSpPr>
        <p:spPr>
          <a:xfrm>
            <a:off x="4570366" y="3583922"/>
            <a:ext cx="5554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3EE5F98-DD97-FA57-5F4F-E81A2AB98F78}"/>
              </a:ext>
            </a:extLst>
          </p:cNvPr>
          <p:cNvSpPr txBox="1"/>
          <p:nvPr/>
        </p:nvSpPr>
        <p:spPr>
          <a:xfrm>
            <a:off x="4188216" y="329266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AE4F81B-8477-2146-408A-4B87B6705407}"/>
              </a:ext>
            </a:extLst>
          </p:cNvPr>
          <p:cNvCxnSpPr>
            <a:cxnSpLocks/>
          </p:cNvCxnSpPr>
          <p:nvPr/>
        </p:nvCxnSpPr>
        <p:spPr>
          <a:xfrm>
            <a:off x="3952182" y="1394513"/>
            <a:ext cx="5554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D6DD3BD-858F-50F1-0918-6565097115DC}"/>
              </a:ext>
            </a:extLst>
          </p:cNvPr>
          <p:cNvSpPr txBox="1"/>
          <p:nvPr/>
        </p:nvSpPr>
        <p:spPr>
          <a:xfrm>
            <a:off x="3570032" y="110325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0B999CE-343B-EC4D-BE87-BEBB527B837D}"/>
              </a:ext>
            </a:extLst>
          </p:cNvPr>
          <p:cNvCxnSpPr>
            <a:cxnSpLocks/>
          </p:cNvCxnSpPr>
          <p:nvPr/>
        </p:nvCxnSpPr>
        <p:spPr>
          <a:xfrm>
            <a:off x="4570366" y="4809042"/>
            <a:ext cx="65054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BBE86AB-9962-FC64-631A-D22930A5F420}"/>
              </a:ext>
            </a:extLst>
          </p:cNvPr>
          <p:cNvCxnSpPr>
            <a:cxnSpLocks/>
          </p:cNvCxnSpPr>
          <p:nvPr/>
        </p:nvCxnSpPr>
        <p:spPr>
          <a:xfrm>
            <a:off x="11513710" y="4809042"/>
            <a:ext cx="3477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848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F3C70FB-79EB-C02F-F9CF-C8217444C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A3C3E08-5C02-BC54-AB38-126D64B4EAB3}"/>
              </a:ext>
            </a:extLst>
          </p:cNvPr>
          <p:cNvCxnSpPr>
            <a:cxnSpLocks/>
          </p:cNvCxnSpPr>
          <p:nvPr/>
        </p:nvCxnSpPr>
        <p:spPr>
          <a:xfrm>
            <a:off x="7328764" y="5322571"/>
            <a:ext cx="6069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8B29A1-C4C7-2AEA-CD3F-59B70CB97EFD}"/>
              </a:ext>
            </a:extLst>
          </p:cNvPr>
          <p:cNvSpPr txBox="1"/>
          <p:nvPr/>
        </p:nvSpPr>
        <p:spPr>
          <a:xfrm>
            <a:off x="6946614" y="503131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70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C80D90E-10F1-CED3-35CF-2DB7F5243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63F07D4-F747-FF78-C956-441B009EDDAC}"/>
              </a:ext>
            </a:extLst>
          </p:cNvPr>
          <p:cNvCxnSpPr>
            <a:cxnSpLocks/>
          </p:cNvCxnSpPr>
          <p:nvPr/>
        </p:nvCxnSpPr>
        <p:spPr>
          <a:xfrm>
            <a:off x="1996910" y="2798312"/>
            <a:ext cx="6069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901B67-77D0-3EF9-20BC-B378AE4908E0}"/>
              </a:ext>
            </a:extLst>
          </p:cNvPr>
          <p:cNvSpPr txBox="1"/>
          <p:nvPr/>
        </p:nvSpPr>
        <p:spPr>
          <a:xfrm>
            <a:off x="1614760" y="250705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822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3AF12A-1B0E-52AB-5066-1DA0B49A6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4EB9218-F38A-BE01-7794-BC33DCFE21A3}"/>
              </a:ext>
            </a:extLst>
          </p:cNvPr>
          <p:cNvCxnSpPr>
            <a:cxnSpLocks/>
          </p:cNvCxnSpPr>
          <p:nvPr/>
        </p:nvCxnSpPr>
        <p:spPr>
          <a:xfrm>
            <a:off x="180987" y="2102853"/>
            <a:ext cx="8235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4C7487-FA41-55FD-3EB1-A8793B3363F8}"/>
              </a:ext>
            </a:extLst>
          </p:cNvPr>
          <p:cNvSpPr txBox="1"/>
          <p:nvPr/>
        </p:nvSpPr>
        <p:spPr>
          <a:xfrm>
            <a:off x="-201163" y="181159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17226F5-0D4E-CD34-16F1-C78D2D141FCA}"/>
              </a:ext>
            </a:extLst>
          </p:cNvPr>
          <p:cNvCxnSpPr>
            <a:cxnSpLocks/>
          </p:cNvCxnSpPr>
          <p:nvPr/>
        </p:nvCxnSpPr>
        <p:spPr>
          <a:xfrm>
            <a:off x="1726451" y="2462853"/>
            <a:ext cx="6818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37012B-316C-B94B-9B8A-92D28D7896AF}"/>
              </a:ext>
            </a:extLst>
          </p:cNvPr>
          <p:cNvSpPr txBox="1"/>
          <p:nvPr/>
        </p:nvSpPr>
        <p:spPr>
          <a:xfrm>
            <a:off x="1344301" y="217159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9A1484D-5A33-0854-1317-182CF3258C9B}"/>
              </a:ext>
            </a:extLst>
          </p:cNvPr>
          <p:cNvCxnSpPr>
            <a:cxnSpLocks/>
          </p:cNvCxnSpPr>
          <p:nvPr/>
        </p:nvCxnSpPr>
        <p:spPr>
          <a:xfrm>
            <a:off x="4327983" y="1406785"/>
            <a:ext cx="6818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B4E9B1-1D1B-BF0E-26B5-B9AB8035B8E6}"/>
              </a:ext>
            </a:extLst>
          </p:cNvPr>
          <p:cNvSpPr txBox="1"/>
          <p:nvPr/>
        </p:nvSpPr>
        <p:spPr>
          <a:xfrm>
            <a:off x="3945833" y="111552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468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93AC16E-70A9-02B7-E459-BF4F51880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EE4A77D-2AAD-0CCE-ECF8-1A708AC1157F}"/>
              </a:ext>
            </a:extLst>
          </p:cNvPr>
          <p:cNvCxnSpPr>
            <a:cxnSpLocks/>
          </p:cNvCxnSpPr>
          <p:nvPr/>
        </p:nvCxnSpPr>
        <p:spPr>
          <a:xfrm>
            <a:off x="3181765" y="2321185"/>
            <a:ext cx="862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2522B1-50AC-514B-A19E-C60311BAF16E}"/>
              </a:ext>
            </a:extLst>
          </p:cNvPr>
          <p:cNvSpPr txBox="1"/>
          <p:nvPr/>
        </p:nvSpPr>
        <p:spPr>
          <a:xfrm>
            <a:off x="2799615" y="202992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AD5B0D7-A460-CF3B-A88F-EF0057B21067}"/>
              </a:ext>
            </a:extLst>
          </p:cNvPr>
          <p:cNvCxnSpPr>
            <a:cxnSpLocks/>
          </p:cNvCxnSpPr>
          <p:nvPr/>
        </p:nvCxnSpPr>
        <p:spPr>
          <a:xfrm>
            <a:off x="6968156" y="6403788"/>
            <a:ext cx="862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E1D500C-3EB9-22C5-A5D3-0D0DE18FC3A5}"/>
              </a:ext>
            </a:extLst>
          </p:cNvPr>
          <p:cNvSpPr txBox="1"/>
          <p:nvPr/>
        </p:nvSpPr>
        <p:spPr>
          <a:xfrm>
            <a:off x="6586006" y="611253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022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1956F3A-FEEF-2912-8808-D5BB67674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ABC6BDA-1CDF-881F-674F-CB560B4DA708}"/>
              </a:ext>
            </a:extLst>
          </p:cNvPr>
          <p:cNvCxnSpPr>
            <a:cxnSpLocks/>
          </p:cNvCxnSpPr>
          <p:nvPr/>
        </p:nvCxnSpPr>
        <p:spPr>
          <a:xfrm>
            <a:off x="4752990" y="3068160"/>
            <a:ext cx="7205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6B6F05-69A4-CFEB-EEF5-2D0E59072A8C}"/>
              </a:ext>
            </a:extLst>
          </p:cNvPr>
          <p:cNvSpPr txBox="1"/>
          <p:nvPr/>
        </p:nvSpPr>
        <p:spPr>
          <a:xfrm>
            <a:off x="4370840" y="27769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699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650B5E1-6D8C-4A3F-A74C-86994849D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1CB274E-B00C-66CB-B074-1B5BE97AFA7C}"/>
              </a:ext>
            </a:extLst>
          </p:cNvPr>
          <p:cNvCxnSpPr>
            <a:cxnSpLocks/>
          </p:cNvCxnSpPr>
          <p:nvPr/>
        </p:nvCxnSpPr>
        <p:spPr>
          <a:xfrm>
            <a:off x="1842362" y="1393906"/>
            <a:ext cx="6046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F2AB34-C36C-9FE9-E856-F6CF74FC55C1}"/>
              </a:ext>
            </a:extLst>
          </p:cNvPr>
          <p:cNvSpPr txBox="1"/>
          <p:nvPr/>
        </p:nvSpPr>
        <p:spPr>
          <a:xfrm>
            <a:off x="1460212" y="110264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604E5A3-BD84-68F7-0F64-D1E29D26B237}"/>
              </a:ext>
            </a:extLst>
          </p:cNvPr>
          <p:cNvCxnSpPr>
            <a:cxnSpLocks/>
          </p:cNvCxnSpPr>
          <p:nvPr/>
        </p:nvCxnSpPr>
        <p:spPr>
          <a:xfrm>
            <a:off x="3671165" y="1830297"/>
            <a:ext cx="9489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0A1723-B478-552F-4742-E81C78F8BC1F}"/>
              </a:ext>
            </a:extLst>
          </p:cNvPr>
          <p:cNvSpPr txBox="1"/>
          <p:nvPr/>
        </p:nvSpPr>
        <p:spPr>
          <a:xfrm>
            <a:off x="3289015" y="153904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8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F8001FE-693E-5164-088B-3F83B4274274}"/>
              </a:ext>
            </a:extLst>
          </p:cNvPr>
          <p:cNvCxnSpPr>
            <a:cxnSpLocks/>
          </p:cNvCxnSpPr>
          <p:nvPr/>
        </p:nvCxnSpPr>
        <p:spPr>
          <a:xfrm>
            <a:off x="3671165" y="5083636"/>
            <a:ext cx="29631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625CC90-98CA-7F26-28D4-BF4637FCC4AD}"/>
              </a:ext>
            </a:extLst>
          </p:cNvPr>
          <p:cNvCxnSpPr>
            <a:cxnSpLocks/>
          </p:cNvCxnSpPr>
          <p:nvPr/>
        </p:nvCxnSpPr>
        <p:spPr>
          <a:xfrm>
            <a:off x="3671165" y="2427064"/>
            <a:ext cx="9489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439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AFEF6C7-9A0A-429E-9DBD-E38C381B8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CB033870-DC3E-40E2-813D-1DF2338A68FE}"/>
              </a:ext>
            </a:extLst>
          </p:cNvPr>
          <p:cNvSpPr/>
          <p:nvPr/>
        </p:nvSpPr>
        <p:spPr>
          <a:xfrm>
            <a:off x="5334000" y="2438400"/>
            <a:ext cx="1701800" cy="170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586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3F03CE-8DD3-4D5D-A64C-FD1431597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929DD777-0291-4B87-B5BA-C0E5B633D707}"/>
              </a:ext>
            </a:extLst>
          </p:cNvPr>
          <p:cNvSpPr/>
          <p:nvPr/>
        </p:nvSpPr>
        <p:spPr>
          <a:xfrm>
            <a:off x="5334000" y="2438400"/>
            <a:ext cx="1701800" cy="170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509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B2D81CF-BB4F-425A-8C2C-8911AF45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57A4DEB1-A57E-4F8C-8776-BD8B750AA4E6}"/>
              </a:ext>
            </a:extLst>
          </p:cNvPr>
          <p:cNvCxnSpPr/>
          <p:nvPr/>
        </p:nvCxnSpPr>
        <p:spPr>
          <a:xfrm>
            <a:off x="7162800" y="1397000"/>
            <a:ext cx="0" cy="128270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583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941B3F0-13F8-4B57-94FB-AAF396881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812" y="176212"/>
            <a:ext cx="4524375" cy="6505575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ACFD0BB-237D-426A-BB56-77577B1EA249}"/>
              </a:ext>
            </a:extLst>
          </p:cNvPr>
          <p:cNvCxnSpPr>
            <a:cxnSpLocks/>
          </p:cNvCxnSpPr>
          <p:nvPr/>
        </p:nvCxnSpPr>
        <p:spPr>
          <a:xfrm>
            <a:off x="5316974" y="1819944"/>
            <a:ext cx="12743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616CC6F-F1CE-44DC-9838-A1CB60763B22}"/>
              </a:ext>
            </a:extLst>
          </p:cNvPr>
          <p:cNvCxnSpPr>
            <a:cxnSpLocks/>
          </p:cNvCxnSpPr>
          <p:nvPr/>
        </p:nvCxnSpPr>
        <p:spPr>
          <a:xfrm>
            <a:off x="7209274" y="3255044"/>
            <a:ext cx="6012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1522B5-8A9C-4827-9F9D-F17DC51F5190}"/>
              </a:ext>
            </a:extLst>
          </p:cNvPr>
          <p:cNvSpPr txBox="1"/>
          <p:nvPr/>
        </p:nvSpPr>
        <p:spPr>
          <a:xfrm>
            <a:off x="6827124" y="296378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693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36E64FB-8264-9322-C8F6-B21DE3A3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552A75C-2F4E-4226-9E51-A17AAA4CFEBF}"/>
              </a:ext>
            </a:extLst>
          </p:cNvPr>
          <p:cNvCxnSpPr>
            <a:cxnSpLocks/>
          </p:cNvCxnSpPr>
          <p:nvPr/>
        </p:nvCxnSpPr>
        <p:spPr>
          <a:xfrm>
            <a:off x="2487736" y="638308"/>
            <a:ext cx="6901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49F7E2-E493-426D-8C8F-E33BA25BCF17}"/>
              </a:ext>
            </a:extLst>
          </p:cNvPr>
          <p:cNvSpPr txBox="1"/>
          <p:nvPr/>
        </p:nvSpPr>
        <p:spPr>
          <a:xfrm>
            <a:off x="2105586" y="34705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9BD4CC2-1942-48D0-A7A7-4FA06C6CA923}"/>
              </a:ext>
            </a:extLst>
          </p:cNvPr>
          <p:cNvCxnSpPr>
            <a:cxnSpLocks/>
          </p:cNvCxnSpPr>
          <p:nvPr/>
        </p:nvCxnSpPr>
        <p:spPr>
          <a:xfrm>
            <a:off x="5750937" y="1450391"/>
            <a:ext cx="6901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B95E7B-5510-4730-BFE7-B8E0654C9DF7}"/>
              </a:ext>
            </a:extLst>
          </p:cNvPr>
          <p:cNvSpPr txBox="1"/>
          <p:nvPr/>
        </p:nvSpPr>
        <p:spPr>
          <a:xfrm>
            <a:off x="5368787" y="115913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845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89FB5CB3-7BEF-851D-7C14-B1152FD8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C15FC0B-62F1-42DE-A288-B1BF91901107}"/>
              </a:ext>
            </a:extLst>
          </p:cNvPr>
          <p:cNvCxnSpPr>
            <a:cxnSpLocks/>
          </p:cNvCxnSpPr>
          <p:nvPr/>
        </p:nvCxnSpPr>
        <p:spPr>
          <a:xfrm>
            <a:off x="3368504" y="1551633"/>
            <a:ext cx="12108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38EB09-A730-4A01-A559-7A9297CB7330}"/>
              </a:ext>
            </a:extLst>
          </p:cNvPr>
          <p:cNvSpPr txBox="1"/>
          <p:nvPr/>
        </p:nvSpPr>
        <p:spPr>
          <a:xfrm>
            <a:off x="2986354" y="126037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224A69B-D3FA-4D23-89B2-43562B470138}"/>
              </a:ext>
            </a:extLst>
          </p:cNvPr>
          <p:cNvCxnSpPr>
            <a:cxnSpLocks/>
          </p:cNvCxnSpPr>
          <p:nvPr/>
        </p:nvCxnSpPr>
        <p:spPr>
          <a:xfrm>
            <a:off x="3368504" y="2161233"/>
            <a:ext cx="8298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FB0629F-09A2-40A7-B699-7B8B8BF662DB}"/>
              </a:ext>
            </a:extLst>
          </p:cNvPr>
          <p:cNvCxnSpPr>
            <a:cxnSpLocks/>
          </p:cNvCxnSpPr>
          <p:nvPr/>
        </p:nvCxnSpPr>
        <p:spPr>
          <a:xfrm>
            <a:off x="3045741" y="3187248"/>
            <a:ext cx="4370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7DCDC5-CF5F-4A76-A725-CDA2FA8F12EA}"/>
              </a:ext>
            </a:extLst>
          </p:cNvPr>
          <p:cNvSpPr txBox="1"/>
          <p:nvPr/>
        </p:nvSpPr>
        <p:spPr>
          <a:xfrm>
            <a:off x="2663591" y="289599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15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207AD42-464F-181F-052E-AF86A59DB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6FDEBBA-1FFE-41A7-9B47-4899841B37B1}"/>
              </a:ext>
            </a:extLst>
          </p:cNvPr>
          <p:cNvCxnSpPr>
            <a:cxnSpLocks/>
          </p:cNvCxnSpPr>
          <p:nvPr/>
        </p:nvCxnSpPr>
        <p:spPr>
          <a:xfrm>
            <a:off x="7313917" y="1920471"/>
            <a:ext cx="5377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9B55A6-85BE-467A-9BCF-4370D94D7C89}"/>
              </a:ext>
            </a:extLst>
          </p:cNvPr>
          <p:cNvSpPr txBox="1"/>
          <p:nvPr/>
        </p:nvSpPr>
        <p:spPr>
          <a:xfrm>
            <a:off x="6931767" y="162921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755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45B40B6-2280-94D5-8B24-54A7327D4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0FB2785-AF51-4EE4-B6C3-F7A8604E5DA4}"/>
              </a:ext>
            </a:extLst>
          </p:cNvPr>
          <p:cNvCxnSpPr>
            <a:cxnSpLocks/>
          </p:cNvCxnSpPr>
          <p:nvPr/>
        </p:nvCxnSpPr>
        <p:spPr>
          <a:xfrm>
            <a:off x="5490587" y="1920291"/>
            <a:ext cx="12108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E1293B-DC57-419C-B6ED-5FFE7555D883}"/>
              </a:ext>
            </a:extLst>
          </p:cNvPr>
          <p:cNvSpPr txBox="1"/>
          <p:nvPr/>
        </p:nvSpPr>
        <p:spPr>
          <a:xfrm>
            <a:off x="5108437" y="162903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34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9902A82E-A803-00D9-1574-47752F8DD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B74D8D5-64D4-4015-9CAD-ABC316370167}"/>
              </a:ext>
            </a:extLst>
          </p:cNvPr>
          <p:cNvCxnSpPr>
            <a:cxnSpLocks/>
          </p:cNvCxnSpPr>
          <p:nvPr/>
        </p:nvCxnSpPr>
        <p:spPr>
          <a:xfrm>
            <a:off x="3402779" y="2463530"/>
            <a:ext cx="9102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C8FA67-ACBD-438B-AFF0-38D99A27476E}"/>
              </a:ext>
            </a:extLst>
          </p:cNvPr>
          <p:cNvSpPr txBox="1"/>
          <p:nvPr/>
        </p:nvSpPr>
        <p:spPr>
          <a:xfrm>
            <a:off x="3020629" y="217227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8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CD2B59E-0313-4DBB-820A-274245968EFD}"/>
              </a:ext>
            </a:extLst>
          </p:cNvPr>
          <p:cNvCxnSpPr>
            <a:cxnSpLocks/>
          </p:cNvCxnSpPr>
          <p:nvPr/>
        </p:nvCxnSpPr>
        <p:spPr>
          <a:xfrm>
            <a:off x="3402779" y="2780187"/>
            <a:ext cx="9102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E95F2F5-6365-4C9A-A7D9-722B4EEC6E9D}"/>
              </a:ext>
            </a:extLst>
          </p:cNvPr>
          <p:cNvCxnSpPr>
            <a:cxnSpLocks/>
          </p:cNvCxnSpPr>
          <p:nvPr/>
        </p:nvCxnSpPr>
        <p:spPr>
          <a:xfrm>
            <a:off x="3402779" y="3105144"/>
            <a:ext cx="35899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723B80D-B11F-4694-AD35-A48967308CC5}"/>
              </a:ext>
            </a:extLst>
          </p:cNvPr>
          <p:cNvCxnSpPr>
            <a:cxnSpLocks/>
          </p:cNvCxnSpPr>
          <p:nvPr/>
        </p:nvCxnSpPr>
        <p:spPr>
          <a:xfrm>
            <a:off x="3042779" y="3675015"/>
            <a:ext cx="4701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0AFA8D5-3889-4F48-99BA-06EBEE643C88}"/>
              </a:ext>
            </a:extLst>
          </p:cNvPr>
          <p:cNvSpPr txBox="1"/>
          <p:nvPr/>
        </p:nvSpPr>
        <p:spPr>
          <a:xfrm>
            <a:off x="2660629" y="338375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9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839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F56C498-3C90-689C-8DB2-4FCE90FD5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DF67B0D-04B6-49CB-B38A-ADA150C8942F}"/>
              </a:ext>
            </a:extLst>
          </p:cNvPr>
          <p:cNvCxnSpPr>
            <a:cxnSpLocks/>
          </p:cNvCxnSpPr>
          <p:nvPr/>
        </p:nvCxnSpPr>
        <p:spPr>
          <a:xfrm>
            <a:off x="8835875" y="1919934"/>
            <a:ext cx="7324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0CBA661-4C2B-49A3-B5F7-CC1F8C4B5AEB}"/>
              </a:ext>
            </a:extLst>
          </p:cNvPr>
          <p:cNvSpPr txBox="1"/>
          <p:nvPr/>
        </p:nvSpPr>
        <p:spPr>
          <a:xfrm>
            <a:off x="8453725" y="162867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10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325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EE647F7-48E6-7483-5379-C19A2EF9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5" y="0"/>
            <a:ext cx="11584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60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F26F699-70B5-0A4A-0C34-3CA6D86F5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6C96594-7A70-40A2-98A8-12A37CFDE05F}"/>
              </a:ext>
            </a:extLst>
          </p:cNvPr>
          <p:cNvCxnSpPr>
            <a:cxnSpLocks/>
          </p:cNvCxnSpPr>
          <p:nvPr/>
        </p:nvCxnSpPr>
        <p:spPr>
          <a:xfrm>
            <a:off x="227602" y="2108824"/>
            <a:ext cx="9186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43357D-56DB-4511-A786-B19BF2779EBA}"/>
              </a:ext>
            </a:extLst>
          </p:cNvPr>
          <p:cNvSpPr txBox="1"/>
          <p:nvPr/>
        </p:nvSpPr>
        <p:spPr>
          <a:xfrm>
            <a:off x="-154548" y="181756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16A29FB-AF4E-4704-8C1B-FF0AC5A79763}"/>
              </a:ext>
            </a:extLst>
          </p:cNvPr>
          <p:cNvCxnSpPr>
            <a:cxnSpLocks/>
          </p:cNvCxnSpPr>
          <p:nvPr/>
        </p:nvCxnSpPr>
        <p:spPr>
          <a:xfrm>
            <a:off x="4726620" y="3069553"/>
            <a:ext cx="7989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6F3C18-BB44-48C1-8077-DA440D339F65}"/>
              </a:ext>
            </a:extLst>
          </p:cNvPr>
          <p:cNvSpPr txBox="1"/>
          <p:nvPr/>
        </p:nvSpPr>
        <p:spPr>
          <a:xfrm>
            <a:off x="4344470" y="277829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C894328-8BD7-4E60-9862-AF3A369CFF9C}"/>
              </a:ext>
            </a:extLst>
          </p:cNvPr>
          <p:cNvCxnSpPr>
            <a:cxnSpLocks/>
          </p:cNvCxnSpPr>
          <p:nvPr/>
        </p:nvCxnSpPr>
        <p:spPr>
          <a:xfrm>
            <a:off x="1759829" y="2468824"/>
            <a:ext cx="609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043CE3-DF58-4743-B778-DB5F6E97A672}"/>
              </a:ext>
            </a:extLst>
          </p:cNvPr>
          <p:cNvSpPr txBox="1"/>
          <p:nvPr/>
        </p:nvSpPr>
        <p:spPr>
          <a:xfrm>
            <a:off x="1377679" y="217756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2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D958077-669B-56EF-7F42-BD0DA76AE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34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E52A-F4D4-3646-1346-392D38817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5AC23B2-DBB0-0CF7-AFF0-F0E96722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"/>
            <a:ext cx="12192000" cy="684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11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825876F-E82B-2510-AA40-A2DFBD598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B1CD8E7-CF6A-EB60-4B0C-9071403EE227}"/>
              </a:ext>
            </a:extLst>
          </p:cNvPr>
          <p:cNvCxnSpPr>
            <a:cxnSpLocks/>
          </p:cNvCxnSpPr>
          <p:nvPr/>
        </p:nvCxnSpPr>
        <p:spPr>
          <a:xfrm>
            <a:off x="2177384" y="3882353"/>
            <a:ext cx="3995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80C682-BEF4-9C32-06B5-6A89CFC529B4}"/>
              </a:ext>
            </a:extLst>
          </p:cNvPr>
          <p:cNvSpPr txBox="1"/>
          <p:nvPr/>
        </p:nvSpPr>
        <p:spPr>
          <a:xfrm>
            <a:off x="1795234" y="359109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4091794-24B1-42AC-9CF1-AC78BE21F3D9}"/>
              </a:ext>
            </a:extLst>
          </p:cNvPr>
          <p:cNvCxnSpPr>
            <a:cxnSpLocks/>
          </p:cNvCxnSpPr>
          <p:nvPr/>
        </p:nvCxnSpPr>
        <p:spPr>
          <a:xfrm>
            <a:off x="9538766" y="4722862"/>
            <a:ext cx="1129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8E74D2-DCE0-EFCB-6506-61F551F5AA40}"/>
              </a:ext>
            </a:extLst>
          </p:cNvPr>
          <p:cNvSpPr txBox="1"/>
          <p:nvPr/>
        </p:nvSpPr>
        <p:spPr>
          <a:xfrm>
            <a:off x="9156616" y="443160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594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E2654B1-A3D6-AA98-BAED-46F5C43D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16B9A16C-52FE-2EAC-A980-3E6924BB88B5}"/>
              </a:ext>
            </a:extLst>
          </p:cNvPr>
          <p:cNvCxnSpPr>
            <a:cxnSpLocks/>
          </p:cNvCxnSpPr>
          <p:nvPr/>
        </p:nvCxnSpPr>
        <p:spPr>
          <a:xfrm>
            <a:off x="4745092" y="5249335"/>
            <a:ext cx="21544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6D1973-C8B9-2EF5-E877-258B023BA48D}"/>
              </a:ext>
            </a:extLst>
          </p:cNvPr>
          <p:cNvSpPr txBox="1"/>
          <p:nvPr/>
        </p:nvSpPr>
        <p:spPr>
          <a:xfrm>
            <a:off x="4362942" y="495807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450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7BD71A1-B466-11AC-101D-428CE8BCC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5A75E09-7E0C-F8AE-7FF3-27037B1FE2B9}"/>
              </a:ext>
            </a:extLst>
          </p:cNvPr>
          <p:cNvCxnSpPr>
            <a:cxnSpLocks/>
          </p:cNvCxnSpPr>
          <p:nvPr/>
        </p:nvCxnSpPr>
        <p:spPr>
          <a:xfrm>
            <a:off x="2325166" y="4242571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AC0A73-4F17-7693-63F3-85107BA03333}"/>
              </a:ext>
            </a:extLst>
          </p:cNvPr>
          <p:cNvSpPr txBox="1"/>
          <p:nvPr/>
        </p:nvSpPr>
        <p:spPr>
          <a:xfrm>
            <a:off x="1943016" y="395131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642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AF78678-03AB-E336-B537-F986E7FE1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289245-DBB1-F273-BA95-BEC63FD67125}"/>
              </a:ext>
            </a:extLst>
          </p:cNvPr>
          <p:cNvSpPr txBox="1"/>
          <p:nvPr/>
        </p:nvSpPr>
        <p:spPr>
          <a:xfrm>
            <a:off x="1767525" y="275058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1C1518D-CA81-0202-363F-07F2D639EA2C}"/>
              </a:ext>
            </a:extLst>
          </p:cNvPr>
          <p:cNvCxnSpPr/>
          <p:nvPr/>
        </p:nvCxnSpPr>
        <p:spPr>
          <a:xfrm>
            <a:off x="2503055" y="3110586"/>
            <a:ext cx="2235200" cy="79639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38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EECE779-00F9-3C21-5DD0-6F0EDA237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ACF21C2-1779-EBE8-5FBB-34179B6AC2B0}"/>
              </a:ext>
            </a:extLst>
          </p:cNvPr>
          <p:cNvCxnSpPr>
            <a:cxnSpLocks/>
          </p:cNvCxnSpPr>
          <p:nvPr/>
        </p:nvCxnSpPr>
        <p:spPr>
          <a:xfrm>
            <a:off x="9529530" y="2025844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E638E5-391B-6C22-5E2F-42AED6947882}"/>
              </a:ext>
            </a:extLst>
          </p:cNvPr>
          <p:cNvSpPr txBox="1"/>
          <p:nvPr/>
        </p:nvSpPr>
        <p:spPr>
          <a:xfrm>
            <a:off x="9147380" y="173458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2D62B9E-2858-39B6-9CAD-5FDD783A3FEC}"/>
              </a:ext>
            </a:extLst>
          </p:cNvPr>
          <p:cNvCxnSpPr>
            <a:cxnSpLocks/>
          </p:cNvCxnSpPr>
          <p:nvPr/>
        </p:nvCxnSpPr>
        <p:spPr>
          <a:xfrm>
            <a:off x="9529530" y="3469025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E6AFBE6-1143-1437-BC11-6C45AB8BE1FB}"/>
              </a:ext>
            </a:extLst>
          </p:cNvPr>
          <p:cNvCxnSpPr>
            <a:cxnSpLocks/>
          </p:cNvCxnSpPr>
          <p:nvPr/>
        </p:nvCxnSpPr>
        <p:spPr>
          <a:xfrm>
            <a:off x="9705021" y="6699444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9AD90D-6F27-AB56-8778-55179EB0408D}"/>
              </a:ext>
            </a:extLst>
          </p:cNvPr>
          <p:cNvSpPr txBox="1"/>
          <p:nvPr/>
        </p:nvSpPr>
        <p:spPr>
          <a:xfrm>
            <a:off x="9322871" y="640818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23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93F7C21-C648-81D6-1D12-65388884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6ABDFDD-4C99-801E-B785-EEEE03A9D9E1}"/>
              </a:ext>
            </a:extLst>
          </p:cNvPr>
          <p:cNvCxnSpPr>
            <a:cxnSpLocks/>
          </p:cNvCxnSpPr>
          <p:nvPr/>
        </p:nvCxnSpPr>
        <p:spPr>
          <a:xfrm>
            <a:off x="2519130" y="1425480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55A2D8-B626-4475-8035-4F55292AD16D}"/>
              </a:ext>
            </a:extLst>
          </p:cNvPr>
          <p:cNvSpPr txBox="1"/>
          <p:nvPr/>
        </p:nvSpPr>
        <p:spPr>
          <a:xfrm>
            <a:off x="2136980" y="113422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8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654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1048DF3-5FC2-2FAB-2DE2-BE4D8912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0B9A400-9171-9348-574F-6CD29B69A118}"/>
              </a:ext>
            </a:extLst>
          </p:cNvPr>
          <p:cNvCxnSpPr>
            <a:cxnSpLocks/>
          </p:cNvCxnSpPr>
          <p:nvPr/>
        </p:nvCxnSpPr>
        <p:spPr>
          <a:xfrm>
            <a:off x="3960003" y="1416244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B4C657-8421-030C-672B-7E4A04ABF508}"/>
              </a:ext>
            </a:extLst>
          </p:cNvPr>
          <p:cNvSpPr txBox="1"/>
          <p:nvPr/>
        </p:nvSpPr>
        <p:spPr>
          <a:xfrm>
            <a:off x="3577853" y="112498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9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9394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050F36A-3DF8-169B-9170-BB8CADAC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DF3F8FC-8EF7-FEC4-1E5D-5FCCA5AC002B}"/>
              </a:ext>
            </a:extLst>
          </p:cNvPr>
          <p:cNvCxnSpPr>
            <a:cxnSpLocks/>
          </p:cNvCxnSpPr>
          <p:nvPr/>
        </p:nvCxnSpPr>
        <p:spPr>
          <a:xfrm>
            <a:off x="7303566" y="5313989"/>
            <a:ext cx="6212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F05A34-086D-0444-D51F-4F04E4F3FCA3}"/>
              </a:ext>
            </a:extLst>
          </p:cNvPr>
          <p:cNvSpPr txBox="1"/>
          <p:nvPr/>
        </p:nvSpPr>
        <p:spPr>
          <a:xfrm>
            <a:off x="6921416" y="502273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10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751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E0D2CA7-C35F-3FFD-A916-EA558291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" y="0"/>
            <a:ext cx="11934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806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AA23864-22F3-4ADC-AF09-EEE626F7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9" y="0"/>
            <a:ext cx="6956622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AD3BD08-9D3D-4D33-95AB-005B4F65B231}"/>
              </a:ext>
            </a:extLst>
          </p:cNvPr>
          <p:cNvCxnSpPr>
            <a:cxnSpLocks/>
          </p:cNvCxnSpPr>
          <p:nvPr/>
        </p:nvCxnSpPr>
        <p:spPr>
          <a:xfrm>
            <a:off x="2915456" y="3453064"/>
            <a:ext cx="11993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FC4042-602C-4B38-B54D-94C3023D2923}"/>
              </a:ext>
            </a:extLst>
          </p:cNvPr>
          <p:cNvSpPr txBox="1"/>
          <p:nvPr/>
        </p:nvSpPr>
        <p:spPr>
          <a:xfrm>
            <a:off x="2533306" y="316180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0C068B5-7996-4251-A67E-3272EBD93959}"/>
              </a:ext>
            </a:extLst>
          </p:cNvPr>
          <p:cNvCxnSpPr>
            <a:cxnSpLocks/>
          </p:cNvCxnSpPr>
          <p:nvPr/>
        </p:nvCxnSpPr>
        <p:spPr>
          <a:xfrm>
            <a:off x="4811099" y="2394786"/>
            <a:ext cx="5529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724C16-5B54-4B86-9639-124373FCF854}"/>
              </a:ext>
            </a:extLst>
          </p:cNvPr>
          <p:cNvSpPr txBox="1"/>
          <p:nvPr/>
        </p:nvSpPr>
        <p:spPr>
          <a:xfrm>
            <a:off x="4428949" y="210352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381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3F3A503-9409-4541-866A-3C8D5594E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9" y="0"/>
            <a:ext cx="6956622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8154390-84BA-48F9-8122-922C77B8A47F}"/>
              </a:ext>
            </a:extLst>
          </p:cNvPr>
          <p:cNvCxnSpPr>
            <a:cxnSpLocks/>
          </p:cNvCxnSpPr>
          <p:nvPr/>
        </p:nvCxnSpPr>
        <p:spPr>
          <a:xfrm>
            <a:off x="5333803" y="1961148"/>
            <a:ext cx="260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99BE8B-B5B2-402E-BF4F-BDB82BED01D8}"/>
              </a:ext>
            </a:extLst>
          </p:cNvPr>
          <p:cNvSpPr txBox="1"/>
          <p:nvPr/>
        </p:nvSpPr>
        <p:spPr>
          <a:xfrm>
            <a:off x="4951653" y="166989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77826BE-F6B7-41FC-92CA-4B372C650383}"/>
              </a:ext>
            </a:extLst>
          </p:cNvPr>
          <p:cNvCxnSpPr>
            <a:cxnSpLocks/>
          </p:cNvCxnSpPr>
          <p:nvPr/>
        </p:nvCxnSpPr>
        <p:spPr>
          <a:xfrm>
            <a:off x="4487582" y="2345212"/>
            <a:ext cx="7341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F29BC2-4432-4637-B24F-4FBF5519658C}"/>
              </a:ext>
            </a:extLst>
          </p:cNvPr>
          <p:cNvSpPr txBox="1"/>
          <p:nvPr/>
        </p:nvSpPr>
        <p:spPr>
          <a:xfrm>
            <a:off x="4105432" y="205395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9230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97EFC67-CE75-49AC-BB68-C4C503CF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9" y="0"/>
            <a:ext cx="6956622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0C17339-FCCD-4BB9-B04B-AF4F21ED7F49}"/>
              </a:ext>
            </a:extLst>
          </p:cNvPr>
          <p:cNvCxnSpPr>
            <a:cxnSpLocks/>
          </p:cNvCxnSpPr>
          <p:nvPr/>
        </p:nvCxnSpPr>
        <p:spPr>
          <a:xfrm>
            <a:off x="4539719" y="3645569"/>
            <a:ext cx="381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385A4F-9BCE-48BC-8353-992A437489D1}"/>
              </a:ext>
            </a:extLst>
          </p:cNvPr>
          <p:cNvSpPr txBox="1"/>
          <p:nvPr/>
        </p:nvSpPr>
        <p:spPr>
          <a:xfrm>
            <a:off x="4157569" y="335431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6521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EC95FFA-E4CD-4F13-A022-664E22228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490" y="0"/>
            <a:ext cx="6843140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506A807-1511-484A-9BF3-B7B24FC12C78}"/>
              </a:ext>
            </a:extLst>
          </p:cNvPr>
          <p:cNvCxnSpPr>
            <a:cxnSpLocks/>
          </p:cNvCxnSpPr>
          <p:nvPr/>
        </p:nvCxnSpPr>
        <p:spPr>
          <a:xfrm>
            <a:off x="6741498" y="3199020"/>
            <a:ext cx="8143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EE26D4-2DF8-44A8-B03B-BB370D9AE565}"/>
              </a:ext>
            </a:extLst>
          </p:cNvPr>
          <p:cNvSpPr txBox="1"/>
          <p:nvPr/>
        </p:nvSpPr>
        <p:spPr>
          <a:xfrm>
            <a:off x="6359348" y="29077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D8688C4-9627-4237-B226-40B169C93974}"/>
              </a:ext>
            </a:extLst>
          </p:cNvPr>
          <p:cNvCxnSpPr>
            <a:cxnSpLocks/>
          </p:cNvCxnSpPr>
          <p:nvPr/>
        </p:nvCxnSpPr>
        <p:spPr>
          <a:xfrm>
            <a:off x="6741498" y="3830610"/>
            <a:ext cx="6699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8AD3F2-BCD5-441E-9687-590A30948554}"/>
              </a:ext>
            </a:extLst>
          </p:cNvPr>
          <p:cNvSpPr txBox="1"/>
          <p:nvPr/>
        </p:nvSpPr>
        <p:spPr>
          <a:xfrm>
            <a:off x="6359348" y="353935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6A3DF10-E5ED-47DA-A656-E24C4103ACB8}"/>
              </a:ext>
            </a:extLst>
          </p:cNvPr>
          <p:cNvCxnSpPr>
            <a:cxnSpLocks/>
          </p:cNvCxnSpPr>
          <p:nvPr/>
        </p:nvCxnSpPr>
        <p:spPr>
          <a:xfrm>
            <a:off x="9227301" y="4292374"/>
            <a:ext cx="1780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14139C-8297-4E4B-BAC2-ED2916B97B65}"/>
              </a:ext>
            </a:extLst>
          </p:cNvPr>
          <p:cNvSpPr txBox="1"/>
          <p:nvPr/>
        </p:nvSpPr>
        <p:spPr>
          <a:xfrm>
            <a:off x="8845151" y="400111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12A2C16-BE40-4D32-8699-050F1D179AFF}"/>
              </a:ext>
            </a:extLst>
          </p:cNvPr>
          <p:cNvCxnSpPr>
            <a:cxnSpLocks/>
          </p:cNvCxnSpPr>
          <p:nvPr/>
        </p:nvCxnSpPr>
        <p:spPr>
          <a:xfrm>
            <a:off x="6733320" y="4980846"/>
            <a:ext cx="6781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BB1872-9605-4F44-B526-22B948EE81E1}"/>
              </a:ext>
            </a:extLst>
          </p:cNvPr>
          <p:cNvSpPr txBox="1"/>
          <p:nvPr/>
        </p:nvSpPr>
        <p:spPr>
          <a:xfrm>
            <a:off x="6351170" y="468958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AFD8F74-1D1F-428F-9AE3-A71EAE8B29E5}"/>
              </a:ext>
            </a:extLst>
          </p:cNvPr>
          <p:cNvCxnSpPr>
            <a:cxnSpLocks/>
          </p:cNvCxnSpPr>
          <p:nvPr/>
        </p:nvCxnSpPr>
        <p:spPr>
          <a:xfrm>
            <a:off x="7195840" y="5811026"/>
            <a:ext cx="3599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6C65C3-67E9-4AD8-B974-90EA28B1B9BA}"/>
              </a:ext>
            </a:extLst>
          </p:cNvPr>
          <p:cNvSpPr txBox="1"/>
          <p:nvPr/>
        </p:nvSpPr>
        <p:spPr>
          <a:xfrm>
            <a:off x="7411453" y="542010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BA6AF7AA-2960-41F6-8583-455DE1831DAE}"/>
              </a:ext>
            </a:extLst>
          </p:cNvPr>
          <p:cNvCxnSpPr>
            <a:cxnSpLocks/>
          </p:cNvCxnSpPr>
          <p:nvPr/>
        </p:nvCxnSpPr>
        <p:spPr>
          <a:xfrm>
            <a:off x="6733320" y="5420106"/>
            <a:ext cx="6781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F20C9A5-39E0-401C-A03C-A1143E0BBADD}"/>
              </a:ext>
            </a:extLst>
          </p:cNvPr>
          <p:cNvSpPr txBox="1"/>
          <p:nvPr/>
        </p:nvSpPr>
        <p:spPr>
          <a:xfrm>
            <a:off x="6351170" y="512884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14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09F4821-909B-4DC0-8A33-2CE461E1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9" y="0"/>
            <a:ext cx="6956622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4B0063E-E1D3-46C8-BAC6-3F32C67AF6A7}"/>
              </a:ext>
            </a:extLst>
          </p:cNvPr>
          <p:cNvCxnSpPr>
            <a:cxnSpLocks/>
          </p:cNvCxnSpPr>
          <p:nvPr/>
        </p:nvCxnSpPr>
        <p:spPr>
          <a:xfrm>
            <a:off x="6669309" y="2382254"/>
            <a:ext cx="5977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4FB02D-945F-4208-99E9-6CBA5F8B43B5}"/>
              </a:ext>
            </a:extLst>
          </p:cNvPr>
          <p:cNvSpPr txBox="1"/>
          <p:nvPr/>
        </p:nvSpPr>
        <p:spPr>
          <a:xfrm>
            <a:off x="6287159" y="209099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9679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C2F71CB-6F36-4851-8F50-2002E6AF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9" y="0"/>
            <a:ext cx="6956622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C741AEC-8537-4094-A01A-5DDDA183F5BE}"/>
              </a:ext>
            </a:extLst>
          </p:cNvPr>
          <p:cNvCxnSpPr>
            <a:cxnSpLocks/>
          </p:cNvCxnSpPr>
          <p:nvPr/>
        </p:nvCxnSpPr>
        <p:spPr>
          <a:xfrm>
            <a:off x="4503624" y="2358191"/>
            <a:ext cx="7541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5EB11E-4486-484D-A9E1-A3762E50678A}"/>
              </a:ext>
            </a:extLst>
          </p:cNvPr>
          <p:cNvSpPr txBox="1"/>
          <p:nvPr/>
        </p:nvSpPr>
        <p:spPr>
          <a:xfrm>
            <a:off x="4121474" y="206693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613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2C51F14-3305-4E07-8FC4-EB5ED6164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9" y="0"/>
            <a:ext cx="6956622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8BB0BDF-BA79-48FD-ADC1-5668798296B1}"/>
              </a:ext>
            </a:extLst>
          </p:cNvPr>
          <p:cNvCxnSpPr>
            <a:cxnSpLocks/>
          </p:cNvCxnSpPr>
          <p:nvPr/>
        </p:nvCxnSpPr>
        <p:spPr>
          <a:xfrm>
            <a:off x="4455497" y="2683044"/>
            <a:ext cx="7541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C48346-C421-4780-8F2A-2617BA9690A6}"/>
              </a:ext>
            </a:extLst>
          </p:cNvPr>
          <p:cNvSpPr txBox="1"/>
          <p:nvPr/>
        </p:nvSpPr>
        <p:spPr>
          <a:xfrm>
            <a:off x="4073347" y="239178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159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7776B36-1556-40FB-B300-8105CC3A9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748" y="0"/>
            <a:ext cx="628250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51A5E7D-926A-4F63-AF2B-67AC1BFE50FE}"/>
              </a:ext>
            </a:extLst>
          </p:cNvPr>
          <p:cNvCxnSpPr>
            <a:cxnSpLocks/>
          </p:cNvCxnSpPr>
          <p:nvPr/>
        </p:nvCxnSpPr>
        <p:spPr>
          <a:xfrm>
            <a:off x="6703397" y="2968794"/>
            <a:ext cx="7541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7CC820-25D2-4ABD-A6B7-26B8C6CE2E3A}"/>
              </a:ext>
            </a:extLst>
          </p:cNvPr>
          <p:cNvSpPr txBox="1"/>
          <p:nvPr/>
        </p:nvSpPr>
        <p:spPr>
          <a:xfrm>
            <a:off x="6321247" y="267753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7B7FACE-A6FA-496A-B037-B60053C0CF1C}"/>
              </a:ext>
            </a:extLst>
          </p:cNvPr>
          <p:cNvCxnSpPr>
            <a:cxnSpLocks/>
          </p:cNvCxnSpPr>
          <p:nvPr/>
        </p:nvCxnSpPr>
        <p:spPr>
          <a:xfrm>
            <a:off x="6703397" y="3540294"/>
            <a:ext cx="7541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F10788-9BBC-46FA-AD92-47B22348FBD3}"/>
              </a:ext>
            </a:extLst>
          </p:cNvPr>
          <p:cNvSpPr txBox="1"/>
          <p:nvPr/>
        </p:nvSpPr>
        <p:spPr>
          <a:xfrm>
            <a:off x="6321247" y="324903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68586E0-669A-4E6A-8F5E-EE7E08290721}"/>
              </a:ext>
            </a:extLst>
          </p:cNvPr>
          <p:cNvCxnSpPr>
            <a:cxnSpLocks/>
          </p:cNvCxnSpPr>
          <p:nvPr/>
        </p:nvCxnSpPr>
        <p:spPr>
          <a:xfrm>
            <a:off x="6703397" y="4410269"/>
            <a:ext cx="2022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3B603A-A24B-478C-AB88-76313FDFFF9F}"/>
              </a:ext>
            </a:extLst>
          </p:cNvPr>
          <p:cNvSpPr txBox="1"/>
          <p:nvPr/>
        </p:nvSpPr>
        <p:spPr>
          <a:xfrm>
            <a:off x="6321247" y="411901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585DB5-7DA5-4C44-878F-717F2832FD4E}"/>
              </a:ext>
            </a:extLst>
          </p:cNvPr>
          <p:cNvCxnSpPr>
            <a:cxnSpLocks/>
          </p:cNvCxnSpPr>
          <p:nvPr/>
        </p:nvCxnSpPr>
        <p:spPr>
          <a:xfrm>
            <a:off x="6703397" y="4939488"/>
            <a:ext cx="2022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6D061F-3831-46DA-9B5C-5D326675A90E}"/>
              </a:ext>
            </a:extLst>
          </p:cNvPr>
          <p:cNvSpPr txBox="1"/>
          <p:nvPr/>
        </p:nvSpPr>
        <p:spPr>
          <a:xfrm>
            <a:off x="6321247" y="464823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935BA78-042D-4FE0-B1BD-3AEB915EA66E}"/>
              </a:ext>
            </a:extLst>
          </p:cNvPr>
          <p:cNvCxnSpPr>
            <a:cxnSpLocks/>
          </p:cNvCxnSpPr>
          <p:nvPr/>
        </p:nvCxnSpPr>
        <p:spPr>
          <a:xfrm>
            <a:off x="6703397" y="5502820"/>
            <a:ext cx="2022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5962DD4-774E-4535-87B4-E47DD7158882}"/>
              </a:ext>
            </a:extLst>
          </p:cNvPr>
          <p:cNvSpPr txBox="1"/>
          <p:nvPr/>
        </p:nvSpPr>
        <p:spPr>
          <a:xfrm>
            <a:off x="6321247" y="52115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ACB06EA-A79B-4DCF-80C5-356A0EE381CE}"/>
              </a:ext>
            </a:extLst>
          </p:cNvPr>
          <p:cNvCxnSpPr>
            <a:cxnSpLocks/>
          </p:cNvCxnSpPr>
          <p:nvPr/>
        </p:nvCxnSpPr>
        <p:spPr>
          <a:xfrm>
            <a:off x="6703397" y="6063522"/>
            <a:ext cx="2022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B304B66-721B-481C-90DF-2FFEE96C5F87}"/>
              </a:ext>
            </a:extLst>
          </p:cNvPr>
          <p:cNvSpPr txBox="1"/>
          <p:nvPr/>
        </p:nvSpPr>
        <p:spPr>
          <a:xfrm>
            <a:off x="6321247" y="577226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D6EA5F9A-AA12-40DE-BC6F-105E82A1EA02}"/>
              </a:ext>
            </a:extLst>
          </p:cNvPr>
          <p:cNvCxnSpPr>
            <a:cxnSpLocks/>
          </p:cNvCxnSpPr>
          <p:nvPr/>
        </p:nvCxnSpPr>
        <p:spPr>
          <a:xfrm>
            <a:off x="6602283" y="2148512"/>
            <a:ext cx="4747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A54A4B9-D32E-4612-A10B-FC65E0D606EB}"/>
              </a:ext>
            </a:extLst>
          </p:cNvPr>
          <p:cNvSpPr txBox="1"/>
          <p:nvPr/>
        </p:nvSpPr>
        <p:spPr>
          <a:xfrm>
            <a:off x="6220133" y="185725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5575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2D6CF40-51B5-4F84-B5F8-66878B7C4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745" y="0"/>
            <a:ext cx="6880510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AECB0A4-3670-472D-9B7F-FEB9D83C72BE}"/>
              </a:ext>
            </a:extLst>
          </p:cNvPr>
          <p:cNvCxnSpPr>
            <a:cxnSpLocks/>
          </p:cNvCxnSpPr>
          <p:nvPr/>
        </p:nvCxnSpPr>
        <p:spPr>
          <a:xfrm>
            <a:off x="4493597" y="3159294"/>
            <a:ext cx="99280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F17FABE-EE32-4A67-AA13-C0C79AE24386}"/>
              </a:ext>
            </a:extLst>
          </p:cNvPr>
          <p:cNvCxnSpPr>
            <a:cxnSpLocks/>
          </p:cNvCxnSpPr>
          <p:nvPr/>
        </p:nvCxnSpPr>
        <p:spPr>
          <a:xfrm>
            <a:off x="4493597" y="3949869"/>
            <a:ext cx="99280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3405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CB6CBA6-87EE-4A3F-99EA-D29494ADE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35" y="0"/>
            <a:ext cx="9196330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41E66A8-EBE1-4519-982B-F1B580E96E61}"/>
              </a:ext>
            </a:extLst>
          </p:cNvPr>
          <p:cNvCxnSpPr>
            <a:cxnSpLocks/>
          </p:cNvCxnSpPr>
          <p:nvPr/>
        </p:nvCxnSpPr>
        <p:spPr>
          <a:xfrm>
            <a:off x="3445847" y="2530644"/>
            <a:ext cx="89755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B89B68-ABA4-4273-BAAD-88F0F4E198AA}"/>
              </a:ext>
            </a:extLst>
          </p:cNvPr>
          <p:cNvSpPr txBox="1"/>
          <p:nvPr/>
        </p:nvSpPr>
        <p:spPr>
          <a:xfrm>
            <a:off x="3063697" y="223938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9BF5CBC-2FDE-4B18-9883-085A5A1BA439}"/>
              </a:ext>
            </a:extLst>
          </p:cNvPr>
          <p:cNvCxnSpPr>
            <a:cxnSpLocks/>
          </p:cNvCxnSpPr>
          <p:nvPr/>
        </p:nvCxnSpPr>
        <p:spPr>
          <a:xfrm>
            <a:off x="6506725" y="3388832"/>
            <a:ext cx="81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2185A1-1C99-448E-B473-F684C3971B0D}"/>
              </a:ext>
            </a:extLst>
          </p:cNvPr>
          <p:cNvSpPr txBox="1"/>
          <p:nvPr/>
        </p:nvSpPr>
        <p:spPr>
          <a:xfrm>
            <a:off x="6124575" y="309757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A38CB90-209B-48EF-8EE0-3644BCA74507}"/>
              </a:ext>
            </a:extLst>
          </p:cNvPr>
          <p:cNvCxnSpPr>
            <a:cxnSpLocks/>
          </p:cNvCxnSpPr>
          <p:nvPr/>
        </p:nvCxnSpPr>
        <p:spPr>
          <a:xfrm>
            <a:off x="1807547" y="2186688"/>
            <a:ext cx="135475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317070-BD85-419E-95D5-859F7F5A1B5D}"/>
              </a:ext>
            </a:extLst>
          </p:cNvPr>
          <p:cNvSpPr txBox="1"/>
          <p:nvPr/>
        </p:nvSpPr>
        <p:spPr>
          <a:xfrm>
            <a:off x="1425397" y="189543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0399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957E419-4730-42B7-86DE-ADC537A72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35" y="0"/>
            <a:ext cx="9196330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853100E-393B-4BCB-A03E-71D9910AC6A5}"/>
              </a:ext>
            </a:extLst>
          </p:cNvPr>
          <p:cNvCxnSpPr>
            <a:cxnSpLocks/>
          </p:cNvCxnSpPr>
          <p:nvPr/>
        </p:nvCxnSpPr>
        <p:spPr>
          <a:xfrm>
            <a:off x="4417397" y="2148588"/>
            <a:ext cx="3546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B09ED4-9B6E-47B9-97A9-41F45709F90F}"/>
              </a:ext>
            </a:extLst>
          </p:cNvPr>
          <p:cNvSpPr txBox="1"/>
          <p:nvPr/>
        </p:nvSpPr>
        <p:spPr>
          <a:xfrm>
            <a:off x="4035247" y="185733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8012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B2D81CF-BB4F-425A-8C2C-8911AF45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57A4DEB1-A57E-4F8C-8776-BD8B750AA4E6}"/>
              </a:ext>
            </a:extLst>
          </p:cNvPr>
          <p:cNvCxnSpPr/>
          <p:nvPr/>
        </p:nvCxnSpPr>
        <p:spPr>
          <a:xfrm>
            <a:off x="7162800" y="1397000"/>
            <a:ext cx="0" cy="128270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4669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CAFFA5E-2DED-4E33-9CFB-8BB08362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35" y="0"/>
            <a:ext cx="9196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265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E01958D-9ED4-48BC-BF6D-84A557239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993" y="0"/>
            <a:ext cx="8426014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2244EEB-30C7-4C5F-9AD9-5E5B40A94AF7}"/>
              </a:ext>
            </a:extLst>
          </p:cNvPr>
          <p:cNvCxnSpPr>
            <a:cxnSpLocks/>
          </p:cNvCxnSpPr>
          <p:nvPr/>
        </p:nvCxnSpPr>
        <p:spPr>
          <a:xfrm>
            <a:off x="3296935" y="925095"/>
            <a:ext cx="4250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1C368E-9F2A-424D-9C36-F1F74DACEE0D}"/>
              </a:ext>
            </a:extLst>
          </p:cNvPr>
          <p:cNvSpPr txBox="1"/>
          <p:nvPr/>
        </p:nvSpPr>
        <p:spPr>
          <a:xfrm>
            <a:off x="2914785" y="63383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4F3A90B-FD44-4899-BCEB-1F0C534F9058}"/>
              </a:ext>
            </a:extLst>
          </p:cNvPr>
          <p:cNvCxnSpPr>
            <a:cxnSpLocks/>
          </p:cNvCxnSpPr>
          <p:nvPr/>
        </p:nvCxnSpPr>
        <p:spPr>
          <a:xfrm>
            <a:off x="3274785" y="1558933"/>
            <a:ext cx="5373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32A6A42-C086-4D34-A953-8E99F6062012}"/>
              </a:ext>
            </a:extLst>
          </p:cNvPr>
          <p:cNvSpPr txBox="1"/>
          <p:nvPr/>
        </p:nvSpPr>
        <p:spPr>
          <a:xfrm>
            <a:off x="2892635" y="126767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2039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357CDE0-5D2A-42D0-AB13-F698EE4A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993" y="0"/>
            <a:ext cx="8426014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C76D4BF-1983-4C08-9068-B8A088ECB767}"/>
              </a:ext>
            </a:extLst>
          </p:cNvPr>
          <p:cNvCxnSpPr>
            <a:cxnSpLocks/>
          </p:cNvCxnSpPr>
          <p:nvPr/>
        </p:nvCxnSpPr>
        <p:spPr>
          <a:xfrm>
            <a:off x="2562839" y="2741016"/>
            <a:ext cx="4894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9CFAB3-5599-4194-9DB7-9925D5AF25B5}"/>
              </a:ext>
            </a:extLst>
          </p:cNvPr>
          <p:cNvSpPr txBox="1"/>
          <p:nvPr/>
        </p:nvSpPr>
        <p:spPr>
          <a:xfrm>
            <a:off x="2180689" y="244975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A3F6E3F-F003-4327-9AE0-12AC43C27BCC}"/>
              </a:ext>
            </a:extLst>
          </p:cNvPr>
          <p:cNvCxnSpPr>
            <a:cxnSpLocks/>
          </p:cNvCxnSpPr>
          <p:nvPr/>
        </p:nvCxnSpPr>
        <p:spPr>
          <a:xfrm>
            <a:off x="7044686" y="1852374"/>
            <a:ext cx="10432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AB6D2E-B80D-4C66-9A11-B689B0F3753C}"/>
              </a:ext>
            </a:extLst>
          </p:cNvPr>
          <p:cNvSpPr txBox="1"/>
          <p:nvPr/>
        </p:nvSpPr>
        <p:spPr>
          <a:xfrm>
            <a:off x="6662536" y="156111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9309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AF7769E-43C5-4A06-946C-1EFA2FE1D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993" y="0"/>
            <a:ext cx="8426014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D92438B-588E-4DA0-B36D-574AD8FFAE6B}"/>
              </a:ext>
            </a:extLst>
          </p:cNvPr>
          <p:cNvCxnSpPr>
            <a:cxnSpLocks/>
          </p:cNvCxnSpPr>
          <p:nvPr/>
        </p:nvCxnSpPr>
        <p:spPr>
          <a:xfrm>
            <a:off x="2962083" y="1865253"/>
            <a:ext cx="12364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1D0D84-DBE4-4D51-A655-C4C1DF8B2C00}"/>
              </a:ext>
            </a:extLst>
          </p:cNvPr>
          <p:cNvSpPr txBox="1"/>
          <p:nvPr/>
        </p:nvSpPr>
        <p:spPr>
          <a:xfrm>
            <a:off x="2579933" y="1573996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5106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B0F226E-1A7A-4E03-A404-52B35B9D2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993" y="0"/>
            <a:ext cx="8426014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DC6BA70-477B-459C-BEE7-8A610528B66F}"/>
              </a:ext>
            </a:extLst>
          </p:cNvPr>
          <p:cNvCxnSpPr>
            <a:cxnSpLocks/>
          </p:cNvCxnSpPr>
          <p:nvPr/>
        </p:nvCxnSpPr>
        <p:spPr>
          <a:xfrm>
            <a:off x="6696957" y="1916768"/>
            <a:ext cx="5924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C3299A-9708-4346-906F-49961A624F3C}"/>
              </a:ext>
            </a:extLst>
          </p:cNvPr>
          <p:cNvSpPr txBox="1"/>
          <p:nvPr/>
        </p:nvSpPr>
        <p:spPr>
          <a:xfrm>
            <a:off x="7289442" y="164473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422302-43FC-4683-9F03-7F36D7CBED0D}"/>
              </a:ext>
            </a:extLst>
          </p:cNvPr>
          <p:cNvCxnSpPr>
            <a:cxnSpLocks/>
          </p:cNvCxnSpPr>
          <p:nvPr/>
        </p:nvCxnSpPr>
        <p:spPr>
          <a:xfrm>
            <a:off x="6696957" y="2280831"/>
            <a:ext cx="5924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285954-0E61-47BA-8A17-7184512B984F}"/>
              </a:ext>
            </a:extLst>
          </p:cNvPr>
          <p:cNvSpPr txBox="1"/>
          <p:nvPr/>
        </p:nvSpPr>
        <p:spPr>
          <a:xfrm>
            <a:off x="7289442" y="200880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980BCDE-F241-4E52-BA1C-5DA232AD27EE}"/>
              </a:ext>
            </a:extLst>
          </p:cNvPr>
          <p:cNvCxnSpPr>
            <a:cxnSpLocks/>
          </p:cNvCxnSpPr>
          <p:nvPr/>
        </p:nvCxnSpPr>
        <p:spPr>
          <a:xfrm>
            <a:off x="6696957" y="2562948"/>
            <a:ext cx="11591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712659B-085F-44DC-B4D5-D9FE9D4E7ED1}"/>
              </a:ext>
            </a:extLst>
          </p:cNvPr>
          <p:cNvSpPr txBox="1"/>
          <p:nvPr/>
        </p:nvSpPr>
        <p:spPr>
          <a:xfrm>
            <a:off x="7907685" y="229091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946B6FD-6C6B-4C73-9A91-87AAAAF390A7}"/>
              </a:ext>
            </a:extLst>
          </p:cNvPr>
          <p:cNvCxnSpPr>
            <a:cxnSpLocks/>
          </p:cNvCxnSpPr>
          <p:nvPr/>
        </p:nvCxnSpPr>
        <p:spPr>
          <a:xfrm>
            <a:off x="6696957" y="2872041"/>
            <a:ext cx="1570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9863AF-ABE9-4E9D-A04D-4586A20B7B0E}"/>
              </a:ext>
            </a:extLst>
          </p:cNvPr>
          <p:cNvSpPr txBox="1"/>
          <p:nvPr/>
        </p:nvSpPr>
        <p:spPr>
          <a:xfrm>
            <a:off x="8413800" y="262521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F6A6731-5F61-4B45-8946-75CF033EE9E0}"/>
              </a:ext>
            </a:extLst>
          </p:cNvPr>
          <p:cNvCxnSpPr>
            <a:cxnSpLocks/>
          </p:cNvCxnSpPr>
          <p:nvPr/>
        </p:nvCxnSpPr>
        <p:spPr>
          <a:xfrm>
            <a:off x="5589374" y="3799320"/>
            <a:ext cx="7853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57CFD97-8358-43F1-AC83-C3A1781572B1}"/>
              </a:ext>
            </a:extLst>
          </p:cNvPr>
          <p:cNvCxnSpPr>
            <a:cxnSpLocks/>
          </p:cNvCxnSpPr>
          <p:nvPr/>
        </p:nvCxnSpPr>
        <p:spPr>
          <a:xfrm>
            <a:off x="6993199" y="3799320"/>
            <a:ext cx="9144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E64F4F-1A92-4FD4-B0B0-2C5A9FBF5BCB}"/>
              </a:ext>
            </a:extLst>
          </p:cNvPr>
          <p:cNvSpPr txBox="1"/>
          <p:nvPr/>
        </p:nvSpPr>
        <p:spPr>
          <a:xfrm>
            <a:off x="5229374" y="352947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27F683-92DB-486B-BA48-D7C8C86B9F2A}"/>
              </a:ext>
            </a:extLst>
          </p:cNvPr>
          <p:cNvSpPr txBox="1"/>
          <p:nvPr/>
        </p:nvSpPr>
        <p:spPr>
          <a:xfrm>
            <a:off x="7907685" y="352947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431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5D3E00-F8A9-438B-AD84-0E2C9751B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059" y="0"/>
            <a:ext cx="8141881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8B84333-EDE3-4012-B7BE-95F5276B79A9}"/>
              </a:ext>
            </a:extLst>
          </p:cNvPr>
          <p:cNvCxnSpPr>
            <a:cxnSpLocks/>
          </p:cNvCxnSpPr>
          <p:nvPr/>
        </p:nvCxnSpPr>
        <p:spPr>
          <a:xfrm>
            <a:off x="7688631" y="3294808"/>
            <a:ext cx="4894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933414-74D3-4AFC-BF40-1E21E4D5B1F2}"/>
              </a:ext>
            </a:extLst>
          </p:cNvPr>
          <p:cNvSpPr txBox="1"/>
          <p:nvPr/>
        </p:nvSpPr>
        <p:spPr>
          <a:xfrm>
            <a:off x="7306481" y="300355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582D7B1-610C-4040-8EAC-69EC0FC268FE}"/>
              </a:ext>
            </a:extLst>
          </p:cNvPr>
          <p:cNvCxnSpPr>
            <a:cxnSpLocks/>
          </p:cNvCxnSpPr>
          <p:nvPr/>
        </p:nvCxnSpPr>
        <p:spPr>
          <a:xfrm>
            <a:off x="7688631" y="3654808"/>
            <a:ext cx="4894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A172BE-546F-4B4B-90A0-4AAADD574EA5}"/>
              </a:ext>
            </a:extLst>
          </p:cNvPr>
          <p:cNvSpPr txBox="1"/>
          <p:nvPr/>
        </p:nvSpPr>
        <p:spPr>
          <a:xfrm>
            <a:off x="7306481" y="336355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5B69147-FAAD-4986-97E5-2E5FC195A8FA}"/>
              </a:ext>
            </a:extLst>
          </p:cNvPr>
          <p:cNvCxnSpPr>
            <a:cxnSpLocks/>
          </p:cNvCxnSpPr>
          <p:nvPr/>
        </p:nvCxnSpPr>
        <p:spPr>
          <a:xfrm>
            <a:off x="8480908" y="3654808"/>
            <a:ext cx="612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09EE44-73B5-433D-A89C-34F9100D424B}"/>
              </a:ext>
            </a:extLst>
          </p:cNvPr>
          <p:cNvSpPr txBox="1"/>
          <p:nvPr/>
        </p:nvSpPr>
        <p:spPr>
          <a:xfrm>
            <a:off x="9093185" y="3363551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374948B-7BAD-46B1-A9D1-4D92DE50ECBC}"/>
              </a:ext>
            </a:extLst>
          </p:cNvPr>
          <p:cNvCxnSpPr>
            <a:cxnSpLocks/>
          </p:cNvCxnSpPr>
          <p:nvPr/>
        </p:nvCxnSpPr>
        <p:spPr>
          <a:xfrm>
            <a:off x="7688631" y="6530961"/>
            <a:ext cx="6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C5FE47-A0F4-4BE2-A215-5583CDDDB9A4}"/>
              </a:ext>
            </a:extLst>
          </p:cNvPr>
          <p:cNvSpPr txBox="1"/>
          <p:nvPr/>
        </p:nvSpPr>
        <p:spPr>
          <a:xfrm>
            <a:off x="7306481" y="623970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8163FFC-D91D-4332-A2A2-7F5B87B18170}"/>
              </a:ext>
            </a:extLst>
          </p:cNvPr>
          <p:cNvCxnSpPr>
            <a:cxnSpLocks/>
          </p:cNvCxnSpPr>
          <p:nvPr/>
        </p:nvCxnSpPr>
        <p:spPr>
          <a:xfrm>
            <a:off x="3206783" y="6599704"/>
            <a:ext cx="6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DC5B15A-0BC1-41D1-BC22-C9A75FAD5608}"/>
              </a:ext>
            </a:extLst>
          </p:cNvPr>
          <p:cNvSpPr txBox="1"/>
          <p:nvPr/>
        </p:nvSpPr>
        <p:spPr>
          <a:xfrm>
            <a:off x="2824633" y="630844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563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2865030-2A0C-4A7C-BBC5-8B4CBF9A7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059" y="0"/>
            <a:ext cx="8141881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AD43330-06D6-4DBB-AE0E-5CA4F5FA3320}"/>
              </a:ext>
            </a:extLst>
          </p:cNvPr>
          <p:cNvCxnSpPr>
            <a:cxnSpLocks/>
          </p:cNvCxnSpPr>
          <p:nvPr/>
        </p:nvCxnSpPr>
        <p:spPr>
          <a:xfrm>
            <a:off x="2691628" y="3161045"/>
            <a:ext cx="6284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38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4E8D029-2F2D-4DCD-B3FA-A1FD9330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35" y="0"/>
            <a:ext cx="9196330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F2E530D-66BA-44FA-A14B-C8B80D1CFA05}"/>
              </a:ext>
            </a:extLst>
          </p:cNvPr>
          <p:cNvCxnSpPr>
            <a:cxnSpLocks/>
          </p:cNvCxnSpPr>
          <p:nvPr/>
        </p:nvCxnSpPr>
        <p:spPr>
          <a:xfrm>
            <a:off x="1879985" y="2200104"/>
            <a:ext cx="12624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BC1D9D-F20A-42E3-8E14-CB8AEF96169A}"/>
              </a:ext>
            </a:extLst>
          </p:cNvPr>
          <p:cNvSpPr txBox="1"/>
          <p:nvPr/>
        </p:nvSpPr>
        <p:spPr>
          <a:xfrm>
            <a:off x="1497835" y="190884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284A804-FEF0-4837-9241-8B1308A1CDC2}"/>
              </a:ext>
            </a:extLst>
          </p:cNvPr>
          <p:cNvCxnSpPr>
            <a:cxnSpLocks/>
          </p:cNvCxnSpPr>
          <p:nvPr/>
        </p:nvCxnSpPr>
        <p:spPr>
          <a:xfrm>
            <a:off x="3386813" y="2560104"/>
            <a:ext cx="10177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9F9083D-AAB4-4F66-B977-068D8E439637}"/>
              </a:ext>
            </a:extLst>
          </p:cNvPr>
          <p:cNvSpPr txBox="1"/>
          <p:nvPr/>
        </p:nvSpPr>
        <p:spPr>
          <a:xfrm>
            <a:off x="3004663" y="226884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4BED89-0D8D-4719-8442-D0847CFA864E}"/>
              </a:ext>
            </a:extLst>
          </p:cNvPr>
          <p:cNvCxnSpPr>
            <a:cxnSpLocks/>
          </p:cNvCxnSpPr>
          <p:nvPr/>
        </p:nvCxnSpPr>
        <p:spPr>
          <a:xfrm>
            <a:off x="6233044" y="3860870"/>
            <a:ext cx="2192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3DF6E4-F01C-4803-9BE2-15E09EB4C4E1}"/>
              </a:ext>
            </a:extLst>
          </p:cNvPr>
          <p:cNvSpPr txBox="1"/>
          <p:nvPr/>
        </p:nvSpPr>
        <p:spPr>
          <a:xfrm>
            <a:off x="5850894" y="356961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8CA144D-24A0-4314-ACEA-9E00F8B5818E}"/>
              </a:ext>
            </a:extLst>
          </p:cNvPr>
          <p:cNvCxnSpPr>
            <a:cxnSpLocks/>
          </p:cNvCxnSpPr>
          <p:nvPr/>
        </p:nvCxnSpPr>
        <p:spPr>
          <a:xfrm>
            <a:off x="9582366" y="2632724"/>
            <a:ext cx="2192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1394A21-3906-4C33-9F4E-60E562B61E09}"/>
              </a:ext>
            </a:extLst>
          </p:cNvPr>
          <p:cNvSpPr txBox="1"/>
          <p:nvPr/>
        </p:nvSpPr>
        <p:spPr>
          <a:xfrm>
            <a:off x="9200216" y="234146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676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A728BC9-1FCD-48DD-9ECF-C417121A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35" y="0"/>
            <a:ext cx="9196330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7879A3B-661D-4516-AE25-863B733267AF}"/>
              </a:ext>
            </a:extLst>
          </p:cNvPr>
          <p:cNvCxnSpPr>
            <a:cxnSpLocks/>
          </p:cNvCxnSpPr>
          <p:nvPr/>
        </p:nvCxnSpPr>
        <p:spPr>
          <a:xfrm>
            <a:off x="1879985" y="3758894"/>
            <a:ext cx="12624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41522F-A012-4218-9BEB-C7E62C78ACDE}"/>
              </a:ext>
            </a:extLst>
          </p:cNvPr>
          <p:cNvSpPr txBox="1"/>
          <p:nvPr/>
        </p:nvSpPr>
        <p:spPr>
          <a:xfrm>
            <a:off x="1497835" y="346763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F9A74F2-6901-4B4C-A345-394BEAFCC5D6}"/>
              </a:ext>
            </a:extLst>
          </p:cNvPr>
          <p:cNvCxnSpPr>
            <a:cxnSpLocks/>
          </p:cNvCxnSpPr>
          <p:nvPr/>
        </p:nvCxnSpPr>
        <p:spPr>
          <a:xfrm>
            <a:off x="3876210" y="2586916"/>
            <a:ext cx="6442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9E4ADA4-408C-4679-A315-68A528BE37ED}"/>
              </a:ext>
            </a:extLst>
          </p:cNvPr>
          <p:cNvSpPr txBox="1"/>
          <p:nvPr/>
        </p:nvSpPr>
        <p:spPr>
          <a:xfrm>
            <a:off x="3494060" y="229565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466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494EA1A-3D3D-4749-9ADB-6366F924C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35" y="0"/>
            <a:ext cx="9196330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C8D1AB-4E7C-45E3-9998-62BDB67BB71F}"/>
              </a:ext>
            </a:extLst>
          </p:cNvPr>
          <p:cNvCxnSpPr>
            <a:cxnSpLocks/>
          </p:cNvCxnSpPr>
          <p:nvPr/>
        </p:nvCxnSpPr>
        <p:spPr>
          <a:xfrm>
            <a:off x="6670926" y="2136156"/>
            <a:ext cx="4382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26455B-EE8E-4418-8459-EADE4F68CB5B}"/>
              </a:ext>
            </a:extLst>
          </p:cNvPr>
          <p:cNvSpPr txBox="1"/>
          <p:nvPr/>
        </p:nvSpPr>
        <p:spPr>
          <a:xfrm>
            <a:off x="6288776" y="184489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2A5532A-073D-435E-ADCE-4A3B4D8C3257}"/>
              </a:ext>
            </a:extLst>
          </p:cNvPr>
          <p:cNvCxnSpPr>
            <a:cxnSpLocks/>
          </p:cNvCxnSpPr>
          <p:nvPr/>
        </p:nvCxnSpPr>
        <p:spPr>
          <a:xfrm>
            <a:off x="3539213" y="3975689"/>
            <a:ext cx="73657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1456859-CA74-4E05-9B40-F959A95DC86D}"/>
              </a:ext>
            </a:extLst>
          </p:cNvPr>
          <p:cNvSpPr txBox="1"/>
          <p:nvPr/>
        </p:nvSpPr>
        <p:spPr>
          <a:xfrm>
            <a:off x="3157063" y="368443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CD847BE-81DF-4D0A-BA0C-E471E6ED9655}"/>
              </a:ext>
            </a:extLst>
          </p:cNvPr>
          <p:cNvCxnSpPr>
            <a:cxnSpLocks/>
          </p:cNvCxnSpPr>
          <p:nvPr/>
        </p:nvCxnSpPr>
        <p:spPr>
          <a:xfrm>
            <a:off x="3539213" y="2547672"/>
            <a:ext cx="8653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84DD8D-43EA-40B3-8333-DB87D6FAB06D}"/>
              </a:ext>
            </a:extLst>
          </p:cNvPr>
          <p:cNvSpPr txBox="1"/>
          <p:nvPr/>
        </p:nvSpPr>
        <p:spPr>
          <a:xfrm>
            <a:off x="3157063" y="225641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5986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C10E182-00CD-4FA3-8E18-0C5A6D31F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68" y="0"/>
            <a:ext cx="7934464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7EE806-EAD5-489A-B25B-B5356CB9183B}"/>
              </a:ext>
            </a:extLst>
          </p:cNvPr>
          <p:cNvCxnSpPr>
            <a:cxnSpLocks/>
          </p:cNvCxnSpPr>
          <p:nvPr/>
        </p:nvCxnSpPr>
        <p:spPr>
          <a:xfrm>
            <a:off x="5988346" y="3102071"/>
            <a:ext cx="4382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669A8E-D6C4-4AC2-881A-459324B45D79}"/>
              </a:ext>
            </a:extLst>
          </p:cNvPr>
          <p:cNvSpPr txBox="1"/>
          <p:nvPr/>
        </p:nvSpPr>
        <p:spPr>
          <a:xfrm>
            <a:off x="5606196" y="2810814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68CE585-6839-4A89-A4A4-221F6E227720}"/>
              </a:ext>
            </a:extLst>
          </p:cNvPr>
          <p:cNvCxnSpPr>
            <a:cxnSpLocks/>
          </p:cNvCxnSpPr>
          <p:nvPr/>
        </p:nvCxnSpPr>
        <p:spPr>
          <a:xfrm>
            <a:off x="5988346" y="4956629"/>
            <a:ext cx="6313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8973B-8A9D-45C7-96EC-AF54829B1062}"/>
              </a:ext>
            </a:extLst>
          </p:cNvPr>
          <p:cNvSpPr txBox="1"/>
          <p:nvPr/>
        </p:nvSpPr>
        <p:spPr>
          <a:xfrm>
            <a:off x="5606196" y="466537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3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C71AF61-294C-49B2-860F-5E1E8820965A}"/>
              </a:ext>
            </a:extLst>
          </p:cNvPr>
          <p:cNvCxnSpPr>
            <a:cxnSpLocks/>
          </p:cNvCxnSpPr>
          <p:nvPr/>
        </p:nvCxnSpPr>
        <p:spPr>
          <a:xfrm>
            <a:off x="5940438" y="2239186"/>
            <a:ext cx="4861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F1CC3C-4042-49CD-B5E9-7398B8BFBDA8}"/>
              </a:ext>
            </a:extLst>
          </p:cNvPr>
          <p:cNvSpPr txBox="1"/>
          <p:nvPr/>
        </p:nvSpPr>
        <p:spPr>
          <a:xfrm>
            <a:off x="5558288" y="1947929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4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394A21-3906-4C33-9F4E-60E562B61E09}"/>
              </a:ext>
            </a:extLst>
          </p:cNvPr>
          <p:cNvSpPr txBox="1"/>
          <p:nvPr/>
        </p:nvSpPr>
        <p:spPr>
          <a:xfrm>
            <a:off x="7763302" y="389594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2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07EE806-EAD5-489A-B25B-B5356CB9183B}"/>
              </a:ext>
            </a:extLst>
          </p:cNvPr>
          <p:cNvCxnSpPr>
            <a:cxnSpLocks/>
          </p:cNvCxnSpPr>
          <p:nvPr/>
        </p:nvCxnSpPr>
        <p:spPr>
          <a:xfrm>
            <a:off x="8123302" y="4255947"/>
            <a:ext cx="4382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6307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F9D1D24-85D0-4BAB-B5C9-47F7C8A44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87" y="0"/>
            <a:ext cx="9281825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EF5DFF3-97B1-420A-9A24-28C6D1925A44}"/>
              </a:ext>
            </a:extLst>
          </p:cNvPr>
          <p:cNvCxnSpPr>
            <a:cxnSpLocks/>
          </p:cNvCxnSpPr>
          <p:nvPr/>
        </p:nvCxnSpPr>
        <p:spPr>
          <a:xfrm>
            <a:off x="7623963" y="4982387"/>
            <a:ext cx="2707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3AEB14-C510-42C0-9A72-B1B9719FBA46}"/>
              </a:ext>
            </a:extLst>
          </p:cNvPr>
          <p:cNvSpPr txBox="1"/>
          <p:nvPr/>
        </p:nvSpPr>
        <p:spPr>
          <a:xfrm>
            <a:off x="7241813" y="469113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E3B0F18-B27F-4B84-A1A5-08C2C5896712}"/>
              </a:ext>
            </a:extLst>
          </p:cNvPr>
          <p:cNvCxnSpPr>
            <a:cxnSpLocks/>
          </p:cNvCxnSpPr>
          <p:nvPr/>
        </p:nvCxnSpPr>
        <p:spPr>
          <a:xfrm>
            <a:off x="8306543" y="4067987"/>
            <a:ext cx="16617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C88CDB-56DD-4541-B23C-DBE5D597C1A2}"/>
              </a:ext>
            </a:extLst>
          </p:cNvPr>
          <p:cNvSpPr txBox="1"/>
          <p:nvPr/>
        </p:nvSpPr>
        <p:spPr>
          <a:xfrm>
            <a:off x="7924393" y="377673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8301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7156229-19C4-4A07-AA71-70C28CEA1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87" y="0"/>
            <a:ext cx="9281825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A958CC5-27F5-43B0-9C45-13ADF77B17C8}"/>
              </a:ext>
            </a:extLst>
          </p:cNvPr>
          <p:cNvCxnSpPr>
            <a:cxnSpLocks/>
          </p:cNvCxnSpPr>
          <p:nvPr/>
        </p:nvCxnSpPr>
        <p:spPr>
          <a:xfrm>
            <a:off x="8203512" y="3514195"/>
            <a:ext cx="5541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A69955-48D1-4C6D-9E45-232B6AA09314}"/>
              </a:ext>
            </a:extLst>
          </p:cNvPr>
          <p:cNvSpPr txBox="1"/>
          <p:nvPr/>
        </p:nvSpPr>
        <p:spPr>
          <a:xfrm>
            <a:off x="7821362" y="322293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11977E4-D011-46AF-96F7-94655440CCDE}"/>
              </a:ext>
            </a:extLst>
          </p:cNvPr>
          <p:cNvCxnSpPr>
            <a:cxnSpLocks/>
          </p:cNvCxnSpPr>
          <p:nvPr/>
        </p:nvCxnSpPr>
        <p:spPr>
          <a:xfrm>
            <a:off x="5267129" y="2239187"/>
            <a:ext cx="4510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7BA363-EC9F-4D61-B562-5CE670A391D3}"/>
              </a:ext>
            </a:extLst>
          </p:cNvPr>
          <p:cNvSpPr txBox="1"/>
          <p:nvPr/>
        </p:nvSpPr>
        <p:spPr>
          <a:xfrm>
            <a:off x="4884979" y="194793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6923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9106BFD-E444-4979-A6A0-ED3002A6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87" y="0"/>
            <a:ext cx="9281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30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99F550A-51E4-4300-A61E-A71AB6315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51" y="0"/>
            <a:ext cx="3855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946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E37E614-9801-47F1-8573-13307BD00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07" y="0"/>
            <a:ext cx="10956186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01693B2-777E-4ED6-9F0E-7D291E44C377}"/>
              </a:ext>
            </a:extLst>
          </p:cNvPr>
          <p:cNvCxnSpPr>
            <a:cxnSpLocks/>
          </p:cNvCxnSpPr>
          <p:nvPr/>
        </p:nvCxnSpPr>
        <p:spPr>
          <a:xfrm>
            <a:off x="715592" y="1644755"/>
            <a:ext cx="3105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C7A5F1-EEA4-4D2B-A0A0-9E2964940B92}"/>
              </a:ext>
            </a:extLst>
          </p:cNvPr>
          <p:cNvSpPr txBox="1"/>
          <p:nvPr/>
        </p:nvSpPr>
        <p:spPr>
          <a:xfrm>
            <a:off x="333442" y="135349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AAC456A-C1BC-4005-82B4-CD46D80F3F0E}"/>
              </a:ext>
            </a:extLst>
          </p:cNvPr>
          <p:cNvCxnSpPr>
            <a:cxnSpLocks/>
          </p:cNvCxnSpPr>
          <p:nvPr/>
        </p:nvCxnSpPr>
        <p:spPr>
          <a:xfrm>
            <a:off x="1548712" y="2142595"/>
            <a:ext cx="6966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85C347-0275-4289-B625-29B38E109A4E}"/>
              </a:ext>
            </a:extLst>
          </p:cNvPr>
          <p:cNvSpPr txBox="1"/>
          <p:nvPr/>
        </p:nvSpPr>
        <p:spPr>
          <a:xfrm>
            <a:off x="1166562" y="185133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9158037-8B39-49DD-B15C-D0401655A0E0}"/>
              </a:ext>
            </a:extLst>
          </p:cNvPr>
          <p:cNvCxnSpPr>
            <a:cxnSpLocks/>
          </p:cNvCxnSpPr>
          <p:nvPr/>
        </p:nvCxnSpPr>
        <p:spPr>
          <a:xfrm>
            <a:off x="1570862" y="2442847"/>
            <a:ext cx="8065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C4CA5C-F488-4F1F-A644-10A87333D273}"/>
              </a:ext>
            </a:extLst>
          </p:cNvPr>
          <p:cNvSpPr txBox="1"/>
          <p:nvPr/>
        </p:nvSpPr>
        <p:spPr>
          <a:xfrm>
            <a:off x="2377440" y="2142595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5070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47A8976-D9B3-4A2C-9057-73B0276A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07" y="0"/>
            <a:ext cx="10956186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F2A22FC-6578-4F91-B0E1-0A6EAAD22AC9}"/>
              </a:ext>
            </a:extLst>
          </p:cNvPr>
          <p:cNvCxnSpPr>
            <a:cxnSpLocks/>
          </p:cNvCxnSpPr>
          <p:nvPr/>
        </p:nvCxnSpPr>
        <p:spPr>
          <a:xfrm>
            <a:off x="2635832" y="2833475"/>
            <a:ext cx="3816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54A42D-A066-4A07-B8D0-D9F20D8D7063}"/>
              </a:ext>
            </a:extLst>
          </p:cNvPr>
          <p:cNvSpPr txBox="1"/>
          <p:nvPr/>
        </p:nvSpPr>
        <p:spPr>
          <a:xfrm>
            <a:off x="2253682" y="254221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2527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7053E36-6C8F-4B1A-A4E5-97F4D260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81" y="0"/>
            <a:ext cx="9578837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83EC519-F0DE-4F29-8ADD-5DE1F07D7EF8}"/>
              </a:ext>
            </a:extLst>
          </p:cNvPr>
          <p:cNvCxnSpPr>
            <a:cxnSpLocks/>
          </p:cNvCxnSpPr>
          <p:nvPr/>
        </p:nvCxnSpPr>
        <p:spPr>
          <a:xfrm>
            <a:off x="2615512" y="1980035"/>
            <a:ext cx="747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C8830A-574A-45F1-A999-00FA187B3FC3}"/>
              </a:ext>
            </a:extLst>
          </p:cNvPr>
          <p:cNvSpPr txBox="1"/>
          <p:nvPr/>
        </p:nvSpPr>
        <p:spPr>
          <a:xfrm>
            <a:off x="2233362" y="168877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330A1E3-7AB8-4836-949B-7B62EE599CD8}"/>
              </a:ext>
            </a:extLst>
          </p:cNvPr>
          <p:cNvCxnSpPr>
            <a:cxnSpLocks/>
          </p:cNvCxnSpPr>
          <p:nvPr/>
        </p:nvCxnSpPr>
        <p:spPr>
          <a:xfrm>
            <a:off x="2615512" y="2437235"/>
            <a:ext cx="747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4B5FB2-55EB-468A-9E84-20E120A6E642}"/>
              </a:ext>
            </a:extLst>
          </p:cNvPr>
          <p:cNvSpPr txBox="1"/>
          <p:nvPr/>
        </p:nvSpPr>
        <p:spPr>
          <a:xfrm>
            <a:off x="2233362" y="214597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933A30-215B-4FE9-B481-4CC45DFB1E79}"/>
              </a:ext>
            </a:extLst>
          </p:cNvPr>
          <p:cNvCxnSpPr>
            <a:cxnSpLocks/>
          </p:cNvCxnSpPr>
          <p:nvPr/>
        </p:nvCxnSpPr>
        <p:spPr>
          <a:xfrm>
            <a:off x="2615512" y="3067155"/>
            <a:ext cx="747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A79E07-C50E-4B2C-A99A-7096F8EEABCA}"/>
              </a:ext>
            </a:extLst>
          </p:cNvPr>
          <p:cNvSpPr txBox="1"/>
          <p:nvPr/>
        </p:nvSpPr>
        <p:spPr>
          <a:xfrm>
            <a:off x="2233362" y="277589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BD92B15-03A8-4A14-8C81-3A6AE9B88E64}"/>
              </a:ext>
            </a:extLst>
          </p:cNvPr>
          <p:cNvCxnSpPr>
            <a:cxnSpLocks/>
          </p:cNvCxnSpPr>
          <p:nvPr/>
        </p:nvCxnSpPr>
        <p:spPr>
          <a:xfrm>
            <a:off x="2615512" y="4347315"/>
            <a:ext cx="747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43EA3D0-E4BE-4E61-B077-AC28DBE4822F}"/>
              </a:ext>
            </a:extLst>
          </p:cNvPr>
          <p:cNvSpPr txBox="1"/>
          <p:nvPr/>
        </p:nvSpPr>
        <p:spPr>
          <a:xfrm>
            <a:off x="2233362" y="405605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A07B73C-8B3C-48AE-BF3B-4CD251A36082}"/>
              </a:ext>
            </a:extLst>
          </p:cNvPr>
          <p:cNvCxnSpPr>
            <a:cxnSpLocks/>
          </p:cNvCxnSpPr>
          <p:nvPr/>
        </p:nvCxnSpPr>
        <p:spPr>
          <a:xfrm>
            <a:off x="2615512" y="6582515"/>
            <a:ext cx="6255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08624B6-FF81-459A-B48B-725594793979}"/>
              </a:ext>
            </a:extLst>
          </p:cNvPr>
          <p:cNvSpPr txBox="1"/>
          <p:nvPr/>
        </p:nvSpPr>
        <p:spPr>
          <a:xfrm>
            <a:off x="2233362" y="629125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9785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B754E4A-044C-46EF-8038-AAF54B07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9058275" cy="64389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E1A8879-576C-41C4-B140-AFFDA85C871D}"/>
              </a:ext>
            </a:extLst>
          </p:cNvPr>
          <p:cNvCxnSpPr>
            <a:cxnSpLocks/>
          </p:cNvCxnSpPr>
          <p:nvPr/>
        </p:nvCxnSpPr>
        <p:spPr>
          <a:xfrm>
            <a:off x="3621352" y="781155"/>
            <a:ext cx="2902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F745F1-2773-4A4F-B3B9-AB297D307C4E}"/>
              </a:ext>
            </a:extLst>
          </p:cNvPr>
          <p:cNvSpPr txBox="1"/>
          <p:nvPr/>
        </p:nvSpPr>
        <p:spPr>
          <a:xfrm>
            <a:off x="3239202" y="489898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89D6611-BBBD-4AE0-9634-B2C35E371DBE}"/>
              </a:ext>
            </a:extLst>
          </p:cNvPr>
          <p:cNvCxnSpPr>
            <a:cxnSpLocks/>
          </p:cNvCxnSpPr>
          <p:nvPr/>
        </p:nvCxnSpPr>
        <p:spPr>
          <a:xfrm>
            <a:off x="1670632" y="3278977"/>
            <a:ext cx="2902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19DF72-303B-4A7C-83DF-6672D6B8E8AF}"/>
              </a:ext>
            </a:extLst>
          </p:cNvPr>
          <p:cNvSpPr txBox="1"/>
          <p:nvPr/>
        </p:nvSpPr>
        <p:spPr>
          <a:xfrm>
            <a:off x="1288482" y="298772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6373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1FC1EA2-2849-401A-AFDA-21EE1B871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9058275" cy="64389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68B9A0B-8F19-462E-A793-8C102797D714}"/>
              </a:ext>
            </a:extLst>
          </p:cNvPr>
          <p:cNvCxnSpPr>
            <a:cxnSpLocks/>
          </p:cNvCxnSpPr>
          <p:nvPr/>
        </p:nvCxnSpPr>
        <p:spPr>
          <a:xfrm>
            <a:off x="3377512" y="1318097"/>
            <a:ext cx="2902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F1810D-5DC7-4E2F-B0DE-9CD8319312BF}"/>
              </a:ext>
            </a:extLst>
          </p:cNvPr>
          <p:cNvSpPr txBox="1"/>
          <p:nvPr/>
        </p:nvSpPr>
        <p:spPr>
          <a:xfrm>
            <a:off x="2995362" y="102684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1539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8D9C091-BE60-4046-94E9-5E4759DAC3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116"/>
          <a:stretch/>
        </p:blipFill>
        <p:spPr>
          <a:xfrm>
            <a:off x="1566862" y="209550"/>
            <a:ext cx="9058275" cy="173101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C80D18E-021D-47B8-A2B9-FC4A2FE81E1C}"/>
              </a:ext>
            </a:extLst>
          </p:cNvPr>
          <p:cNvCxnSpPr>
            <a:cxnSpLocks/>
          </p:cNvCxnSpPr>
          <p:nvPr/>
        </p:nvCxnSpPr>
        <p:spPr>
          <a:xfrm>
            <a:off x="3377512" y="1307937"/>
            <a:ext cx="1082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85BBF0-533F-4E2E-ACB0-0BEEC228B9D3}"/>
              </a:ext>
            </a:extLst>
          </p:cNvPr>
          <p:cNvSpPr txBox="1"/>
          <p:nvPr/>
        </p:nvSpPr>
        <p:spPr>
          <a:xfrm>
            <a:off x="2995362" y="1016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760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14E12E0-1E92-43A4-844F-CCEAAF9026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276"/>
          <a:stretch/>
        </p:blipFill>
        <p:spPr>
          <a:xfrm>
            <a:off x="1566862" y="209550"/>
            <a:ext cx="9058275" cy="191389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637FC8B-A738-4DE3-9989-49244C4AD085}"/>
              </a:ext>
            </a:extLst>
          </p:cNvPr>
          <p:cNvCxnSpPr>
            <a:cxnSpLocks/>
          </p:cNvCxnSpPr>
          <p:nvPr/>
        </p:nvCxnSpPr>
        <p:spPr>
          <a:xfrm>
            <a:off x="3377512" y="1307937"/>
            <a:ext cx="6966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AA8494-72C6-4E54-A123-D5960C390D7F}"/>
              </a:ext>
            </a:extLst>
          </p:cNvPr>
          <p:cNvSpPr txBox="1"/>
          <p:nvPr/>
        </p:nvSpPr>
        <p:spPr>
          <a:xfrm>
            <a:off x="2995362" y="1016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2110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862F3D1-1232-410E-8840-0725906F79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270"/>
          <a:stretch/>
        </p:blipFill>
        <p:spPr>
          <a:xfrm>
            <a:off x="1566862" y="209550"/>
            <a:ext cx="9058275" cy="133477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43E227D-3583-4FFC-8A06-735204906E59}"/>
              </a:ext>
            </a:extLst>
          </p:cNvPr>
          <p:cNvCxnSpPr>
            <a:cxnSpLocks/>
          </p:cNvCxnSpPr>
          <p:nvPr/>
        </p:nvCxnSpPr>
        <p:spPr>
          <a:xfrm>
            <a:off x="3377512" y="1043777"/>
            <a:ext cx="11944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F45A82-950D-43AC-9DBC-E0436FA12BC7}"/>
              </a:ext>
            </a:extLst>
          </p:cNvPr>
          <p:cNvSpPr txBox="1"/>
          <p:nvPr/>
        </p:nvSpPr>
        <p:spPr>
          <a:xfrm>
            <a:off x="2995362" y="75252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4269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15AB783-1C02-4FDF-AF33-70EC8A4A6F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217"/>
          <a:stretch/>
        </p:blipFill>
        <p:spPr>
          <a:xfrm>
            <a:off x="1566862" y="209550"/>
            <a:ext cx="9058275" cy="127381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FF5027B-CB45-425B-80B3-B553ACCFFD4D}"/>
              </a:ext>
            </a:extLst>
          </p:cNvPr>
          <p:cNvCxnSpPr>
            <a:cxnSpLocks/>
          </p:cNvCxnSpPr>
          <p:nvPr/>
        </p:nvCxnSpPr>
        <p:spPr>
          <a:xfrm>
            <a:off x="3377512" y="1053937"/>
            <a:ext cx="1082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68382D-8FB3-4697-B00F-68677BC3A37F}"/>
              </a:ext>
            </a:extLst>
          </p:cNvPr>
          <p:cNvSpPr txBox="1"/>
          <p:nvPr/>
        </p:nvSpPr>
        <p:spPr>
          <a:xfrm>
            <a:off x="2995362" y="762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5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2062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01AC88E-AE28-4B17-B9C1-F31554B755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116"/>
          <a:stretch/>
        </p:blipFill>
        <p:spPr>
          <a:xfrm>
            <a:off x="1566862" y="209550"/>
            <a:ext cx="9058275" cy="173101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0DD6B92-C2D8-4823-9EF6-8C324C7B7D00}"/>
              </a:ext>
            </a:extLst>
          </p:cNvPr>
          <p:cNvCxnSpPr>
            <a:cxnSpLocks/>
          </p:cNvCxnSpPr>
          <p:nvPr/>
        </p:nvCxnSpPr>
        <p:spPr>
          <a:xfrm>
            <a:off x="3377512" y="1307937"/>
            <a:ext cx="7982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1F91B8-6BD5-42CD-BC3B-EE6E56E0C33A}"/>
              </a:ext>
            </a:extLst>
          </p:cNvPr>
          <p:cNvSpPr txBox="1"/>
          <p:nvPr/>
        </p:nvSpPr>
        <p:spPr>
          <a:xfrm>
            <a:off x="2995362" y="1016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6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493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2437857-E03A-4378-91F6-DF3390967A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590"/>
          <a:stretch/>
        </p:blipFill>
        <p:spPr>
          <a:xfrm>
            <a:off x="1566862" y="209550"/>
            <a:ext cx="9058275" cy="170053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1CECB26-446C-4397-9898-14502AEA1A00}"/>
              </a:ext>
            </a:extLst>
          </p:cNvPr>
          <p:cNvCxnSpPr>
            <a:cxnSpLocks/>
          </p:cNvCxnSpPr>
          <p:nvPr/>
        </p:nvCxnSpPr>
        <p:spPr>
          <a:xfrm>
            <a:off x="3377512" y="1307937"/>
            <a:ext cx="13875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3929CA-7CF4-4D2A-AE80-4E178F133766}"/>
              </a:ext>
            </a:extLst>
          </p:cNvPr>
          <p:cNvSpPr txBox="1"/>
          <p:nvPr/>
        </p:nvSpPr>
        <p:spPr>
          <a:xfrm>
            <a:off x="2995362" y="1016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7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1837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0F69D45-3BD3-42AC-B36E-D5B292B9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9058275" cy="64389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04249D9-6882-4CF4-9323-4B2A0D3FA78A}"/>
              </a:ext>
            </a:extLst>
          </p:cNvPr>
          <p:cNvCxnSpPr>
            <a:cxnSpLocks/>
          </p:cNvCxnSpPr>
          <p:nvPr/>
        </p:nvCxnSpPr>
        <p:spPr>
          <a:xfrm>
            <a:off x="9931373" y="6194897"/>
            <a:ext cx="5435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68DEE9-DB31-4C63-B483-568A6AC950FC}"/>
              </a:ext>
            </a:extLst>
          </p:cNvPr>
          <p:cNvSpPr txBox="1"/>
          <p:nvPr/>
        </p:nvSpPr>
        <p:spPr>
          <a:xfrm>
            <a:off x="9549223" y="590364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1317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ADCE733-D845-43C7-9EE2-8A5C53504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8658963" cy="6439780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FA51427-717D-4F82-8D1D-EAD5CC124DF2}"/>
              </a:ext>
            </a:extLst>
          </p:cNvPr>
          <p:cNvCxnSpPr>
            <a:cxnSpLocks/>
          </p:cNvCxnSpPr>
          <p:nvPr/>
        </p:nvCxnSpPr>
        <p:spPr>
          <a:xfrm>
            <a:off x="3388906" y="499927"/>
            <a:ext cx="5435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E2E088-CBCF-4150-AEF2-7A7B136E5961}"/>
              </a:ext>
            </a:extLst>
          </p:cNvPr>
          <p:cNvSpPr txBox="1"/>
          <p:nvPr/>
        </p:nvSpPr>
        <p:spPr>
          <a:xfrm>
            <a:off x="3006756" y="20867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AAF9044-599E-41A4-8C75-0F13F748EC59}"/>
              </a:ext>
            </a:extLst>
          </p:cNvPr>
          <p:cNvCxnSpPr>
            <a:cxnSpLocks/>
          </p:cNvCxnSpPr>
          <p:nvPr/>
        </p:nvCxnSpPr>
        <p:spPr>
          <a:xfrm>
            <a:off x="3616814" y="3467249"/>
            <a:ext cx="64609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FB75143-6FA1-48E2-A0CE-41A919D496EA}"/>
              </a:ext>
            </a:extLst>
          </p:cNvPr>
          <p:cNvSpPr txBox="1"/>
          <p:nvPr/>
        </p:nvSpPr>
        <p:spPr>
          <a:xfrm>
            <a:off x="3234664" y="317599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 dirty="0">
                <a:solidFill>
                  <a:schemeClr val="bg1"/>
                </a:solidFill>
              </a:rPr>
              <a:t>2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07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1A8BFE9-6C1A-4CDD-A668-F50A12F61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9058275" cy="64389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6EEE582-8156-47AC-A09D-D1D959AF0F32}"/>
              </a:ext>
            </a:extLst>
          </p:cNvPr>
          <p:cNvCxnSpPr>
            <a:cxnSpLocks/>
          </p:cNvCxnSpPr>
          <p:nvPr/>
        </p:nvCxnSpPr>
        <p:spPr>
          <a:xfrm>
            <a:off x="2331693" y="1053937"/>
            <a:ext cx="9703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2792DD-353B-41FE-A213-A7D81DA7FB1B}"/>
              </a:ext>
            </a:extLst>
          </p:cNvPr>
          <p:cNvSpPr txBox="1"/>
          <p:nvPr/>
        </p:nvSpPr>
        <p:spPr>
          <a:xfrm>
            <a:off x="1949543" y="762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9935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C606111-869A-462B-B53C-BFBD72EE8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584"/>
          <a:stretch/>
        </p:blipFill>
        <p:spPr>
          <a:xfrm>
            <a:off x="1566862" y="209550"/>
            <a:ext cx="9058275" cy="112141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C755BDD-302C-4EBB-BF56-72D5DB088338}"/>
              </a:ext>
            </a:extLst>
          </p:cNvPr>
          <p:cNvCxnSpPr>
            <a:cxnSpLocks/>
          </p:cNvCxnSpPr>
          <p:nvPr/>
        </p:nvCxnSpPr>
        <p:spPr>
          <a:xfrm>
            <a:off x="2331693" y="1053937"/>
            <a:ext cx="1264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6CC089-BADD-4A03-9EE7-51C5DDC8067E}"/>
              </a:ext>
            </a:extLst>
          </p:cNvPr>
          <p:cNvSpPr txBox="1"/>
          <p:nvPr/>
        </p:nvSpPr>
        <p:spPr>
          <a:xfrm>
            <a:off x="1949543" y="762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3746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1BDEBCF-623C-4DE6-9E27-27944276E8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270"/>
          <a:stretch/>
        </p:blipFill>
        <p:spPr>
          <a:xfrm>
            <a:off x="1566862" y="209550"/>
            <a:ext cx="9058275" cy="133477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D5BBBE3-2A27-4EE2-82E3-C1D6CD059B8A}"/>
              </a:ext>
            </a:extLst>
          </p:cNvPr>
          <p:cNvCxnSpPr>
            <a:cxnSpLocks/>
          </p:cNvCxnSpPr>
          <p:nvPr/>
        </p:nvCxnSpPr>
        <p:spPr>
          <a:xfrm>
            <a:off x="3337533" y="1084417"/>
            <a:ext cx="15494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2EF30D-7181-4B68-B820-F9DCDE138FAA}"/>
              </a:ext>
            </a:extLst>
          </p:cNvPr>
          <p:cNvSpPr txBox="1"/>
          <p:nvPr/>
        </p:nvSpPr>
        <p:spPr>
          <a:xfrm>
            <a:off x="2955383" y="79316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E287D0A-F6B5-4B51-8BD0-B14E3E690FEF}"/>
              </a:ext>
            </a:extLst>
          </p:cNvPr>
          <p:cNvCxnSpPr>
            <a:cxnSpLocks/>
          </p:cNvCxnSpPr>
          <p:nvPr/>
        </p:nvCxnSpPr>
        <p:spPr>
          <a:xfrm>
            <a:off x="8580093" y="793160"/>
            <a:ext cx="2965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F6BEDD-08B5-415F-B2F0-536AFE13A1B2}"/>
              </a:ext>
            </a:extLst>
          </p:cNvPr>
          <p:cNvSpPr txBox="1"/>
          <p:nvPr/>
        </p:nvSpPr>
        <p:spPr>
          <a:xfrm>
            <a:off x="8876617" y="45416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3463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FE9C7D9-94FB-4F04-BD1C-4DD6C74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9058275" cy="64389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74DA9DE-819D-4926-A218-0A44034C5B62}"/>
              </a:ext>
            </a:extLst>
          </p:cNvPr>
          <p:cNvCxnSpPr>
            <a:cxnSpLocks/>
          </p:cNvCxnSpPr>
          <p:nvPr/>
        </p:nvCxnSpPr>
        <p:spPr>
          <a:xfrm>
            <a:off x="4251933" y="799937"/>
            <a:ext cx="248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27F1FD-347E-4CC5-9CE5-9B3A9C84B4CA}"/>
              </a:ext>
            </a:extLst>
          </p:cNvPr>
          <p:cNvSpPr txBox="1"/>
          <p:nvPr/>
        </p:nvSpPr>
        <p:spPr>
          <a:xfrm>
            <a:off x="3869783" y="508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2667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A5B5F5D-70B9-4036-9E09-3519777DB8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166"/>
          <a:stretch/>
        </p:blipFill>
        <p:spPr>
          <a:xfrm>
            <a:off x="1566862" y="209550"/>
            <a:ext cx="9058275" cy="140589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D9A402A-A599-4D15-9C77-FD831C80FDBA}"/>
              </a:ext>
            </a:extLst>
          </p:cNvPr>
          <p:cNvCxnSpPr>
            <a:cxnSpLocks/>
          </p:cNvCxnSpPr>
          <p:nvPr/>
        </p:nvCxnSpPr>
        <p:spPr>
          <a:xfrm>
            <a:off x="3357853" y="1297777"/>
            <a:ext cx="10211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01A6F9-37A0-43F7-B5C4-4EB25CB0B7B8}"/>
              </a:ext>
            </a:extLst>
          </p:cNvPr>
          <p:cNvSpPr txBox="1"/>
          <p:nvPr/>
        </p:nvSpPr>
        <p:spPr>
          <a:xfrm>
            <a:off x="2975703" y="100652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032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DE04AB2-066D-4C09-8871-3120F5A8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2819400"/>
            <a:ext cx="5314950" cy="12192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17FF567-3B28-4919-98CD-43B346F5CDD4}"/>
              </a:ext>
            </a:extLst>
          </p:cNvPr>
          <p:cNvCxnSpPr>
            <a:cxnSpLocks/>
          </p:cNvCxnSpPr>
          <p:nvPr/>
        </p:nvCxnSpPr>
        <p:spPr>
          <a:xfrm>
            <a:off x="7310093" y="3929217"/>
            <a:ext cx="4927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1E5E24-1CDF-4C25-AC70-9AEFBA77B104}"/>
              </a:ext>
            </a:extLst>
          </p:cNvPr>
          <p:cNvSpPr txBox="1"/>
          <p:nvPr/>
        </p:nvSpPr>
        <p:spPr>
          <a:xfrm>
            <a:off x="6927943" y="363796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02093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A374D4A-A20A-40FF-A67B-3D7353E1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09550"/>
            <a:ext cx="9058275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94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3E3DEE2-1184-4B04-AA14-BE78C2C8C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68" y="0"/>
            <a:ext cx="923406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13DBBFF-9D1B-4378-B3D3-27E6E3ECEFFC}"/>
              </a:ext>
            </a:extLst>
          </p:cNvPr>
          <p:cNvCxnSpPr>
            <a:cxnSpLocks/>
          </p:cNvCxnSpPr>
          <p:nvPr/>
        </p:nvCxnSpPr>
        <p:spPr>
          <a:xfrm>
            <a:off x="2433293" y="1561937"/>
            <a:ext cx="1518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2AB8EE-F8B3-404F-82B9-C81406319F22}"/>
              </a:ext>
            </a:extLst>
          </p:cNvPr>
          <p:cNvSpPr txBox="1"/>
          <p:nvPr/>
        </p:nvSpPr>
        <p:spPr>
          <a:xfrm>
            <a:off x="2051143" y="127068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23A371-664C-41E1-A211-E8122856B0C3}"/>
              </a:ext>
            </a:extLst>
          </p:cNvPr>
          <p:cNvCxnSpPr>
            <a:cxnSpLocks/>
          </p:cNvCxnSpPr>
          <p:nvPr/>
        </p:nvCxnSpPr>
        <p:spPr>
          <a:xfrm>
            <a:off x="3449293" y="1765137"/>
            <a:ext cx="9804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6E5B34-93D7-42E2-8D0B-4F17B8689C0C}"/>
              </a:ext>
            </a:extLst>
          </p:cNvPr>
          <p:cNvSpPr txBox="1"/>
          <p:nvPr/>
        </p:nvSpPr>
        <p:spPr>
          <a:xfrm>
            <a:off x="4429760" y="1561937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5491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792DA26-98E7-4F65-BFCE-8FDB5DA5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9" y="0"/>
            <a:ext cx="9446781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67C0B50-12D3-48C8-8B12-B93B15C137D0}"/>
              </a:ext>
            </a:extLst>
          </p:cNvPr>
          <p:cNvCxnSpPr>
            <a:cxnSpLocks/>
          </p:cNvCxnSpPr>
          <p:nvPr/>
        </p:nvCxnSpPr>
        <p:spPr>
          <a:xfrm>
            <a:off x="1620493" y="3429000"/>
            <a:ext cx="13259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E07F35-FB9C-49B1-A6A4-DBBEE2F5CAF6}"/>
              </a:ext>
            </a:extLst>
          </p:cNvPr>
          <p:cNvSpPr txBox="1"/>
          <p:nvPr/>
        </p:nvSpPr>
        <p:spPr>
          <a:xfrm>
            <a:off x="1238343" y="313774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CD7ABBA-42C3-41F0-B0D0-2CCF0CE620ED}"/>
              </a:ext>
            </a:extLst>
          </p:cNvPr>
          <p:cNvCxnSpPr>
            <a:cxnSpLocks/>
          </p:cNvCxnSpPr>
          <p:nvPr/>
        </p:nvCxnSpPr>
        <p:spPr>
          <a:xfrm>
            <a:off x="3591533" y="2352040"/>
            <a:ext cx="5131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E2F93C-976C-4313-85D2-283A166C25CD}"/>
              </a:ext>
            </a:extLst>
          </p:cNvPr>
          <p:cNvSpPr txBox="1"/>
          <p:nvPr/>
        </p:nvSpPr>
        <p:spPr>
          <a:xfrm>
            <a:off x="3209383" y="206078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4945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BD5C647-7EB9-4F23-9778-85AF81385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9" y="0"/>
            <a:ext cx="9446781" cy="685800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A75952F-60F3-4CE3-AE2C-22987F852193}"/>
              </a:ext>
            </a:extLst>
          </p:cNvPr>
          <p:cNvCxnSpPr>
            <a:cxnSpLocks/>
          </p:cNvCxnSpPr>
          <p:nvPr/>
        </p:nvCxnSpPr>
        <p:spPr>
          <a:xfrm>
            <a:off x="6118150" y="1976120"/>
            <a:ext cx="3842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33DB15-D18B-4364-8034-DDADD44F9090}"/>
              </a:ext>
            </a:extLst>
          </p:cNvPr>
          <p:cNvSpPr txBox="1"/>
          <p:nvPr/>
        </p:nvSpPr>
        <p:spPr>
          <a:xfrm>
            <a:off x="5736000" y="16848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7973A9F-923E-46B2-A973-3AB67585CA49}"/>
              </a:ext>
            </a:extLst>
          </p:cNvPr>
          <p:cNvCxnSpPr>
            <a:cxnSpLocks/>
          </p:cNvCxnSpPr>
          <p:nvPr/>
        </p:nvCxnSpPr>
        <p:spPr>
          <a:xfrm>
            <a:off x="3182180" y="2336120"/>
            <a:ext cx="8716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1617FC-8A61-4E61-B33B-E77E6F0E559D}"/>
              </a:ext>
            </a:extLst>
          </p:cNvPr>
          <p:cNvSpPr txBox="1"/>
          <p:nvPr/>
        </p:nvSpPr>
        <p:spPr>
          <a:xfrm>
            <a:off x="2800030" y="20448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3A3D17-85A6-4FB3-8152-578BB5D68CA1}"/>
              </a:ext>
            </a:extLst>
          </p:cNvPr>
          <p:cNvCxnSpPr>
            <a:cxnSpLocks/>
          </p:cNvCxnSpPr>
          <p:nvPr/>
        </p:nvCxnSpPr>
        <p:spPr>
          <a:xfrm>
            <a:off x="3344740" y="3606120"/>
            <a:ext cx="505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94865B8-18B0-47E6-BE80-B47076868672}"/>
              </a:ext>
            </a:extLst>
          </p:cNvPr>
          <p:cNvSpPr txBox="1"/>
          <p:nvPr/>
        </p:nvSpPr>
        <p:spPr>
          <a:xfrm>
            <a:off x="2962590" y="33148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2802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91656F3-B7BA-4E63-B7A5-D5BF9E3DA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9" y="0"/>
            <a:ext cx="9446781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3CAD241-3408-42E0-AA14-1B9D39DD35E4}"/>
              </a:ext>
            </a:extLst>
          </p:cNvPr>
          <p:cNvCxnSpPr>
            <a:cxnSpLocks/>
          </p:cNvCxnSpPr>
          <p:nvPr/>
        </p:nvCxnSpPr>
        <p:spPr>
          <a:xfrm>
            <a:off x="5521933" y="3235960"/>
            <a:ext cx="5740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DBBFF0-ED2B-494B-81B0-C948B7288593}"/>
              </a:ext>
            </a:extLst>
          </p:cNvPr>
          <p:cNvSpPr txBox="1"/>
          <p:nvPr/>
        </p:nvSpPr>
        <p:spPr>
          <a:xfrm>
            <a:off x="5139783" y="29447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4025C8A-73F0-47AE-BCFA-FFD653688FF3}"/>
              </a:ext>
            </a:extLst>
          </p:cNvPr>
          <p:cNvCxnSpPr>
            <a:cxnSpLocks/>
          </p:cNvCxnSpPr>
          <p:nvPr/>
        </p:nvCxnSpPr>
        <p:spPr>
          <a:xfrm>
            <a:off x="7807933" y="4434840"/>
            <a:ext cx="3505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22F2D-491C-4DA1-A2C0-F33753EFE3E9}"/>
              </a:ext>
            </a:extLst>
          </p:cNvPr>
          <p:cNvSpPr txBox="1"/>
          <p:nvPr/>
        </p:nvSpPr>
        <p:spPr>
          <a:xfrm>
            <a:off x="7425783" y="414358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C3B5E0F-179C-48C6-9461-02543FFD12B0}"/>
              </a:ext>
            </a:extLst>
          </p:cNvPr>
          <p:cNvCxnSpPr>
            <a:cxnSpLocks/>
          </p:cNvCxnSpPr>
          <p:nvPr/>
        </p:nvCxnSpPr>
        <p:spPr>
          <a:xfrm>
            <a:off x="5544083" y="5252379"/>
            <a:ext cx="5519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E4C15B-D7CF-4CB6-8EAC-A6957CFFBDAC}"/>
              </a:ext>
            </a:extLst>
          </p:cNvPr>
          <p:cNvSpPr txBox="1"/>
          <p:nvPr/>
        </p:nvSpPr>
        <p:spPr>
          <a:xfrm>
            <a:off x="5161933" y="496112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9663093-F7F1-4AB3-8844-54CB9BA25C6B}"/>
              </a:ext>
            </a:extLst>
          </p:cNvPr>
          <p:cNvCxnSpPr>
            <a:cxnSpLocks/>
          </p:cNvCxnSpPr>
          <p:nvPr/>
        </p:nvCxnSpPr>
        <p:spPr>
          <a:xfrm>
            <a:off x="5381523" y="2377099"/>
            <a:ext cx="5519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00E6984-8400-42E3-B3BB-8E1F8D21265A}"/>
              </a:ext>
            </a:extLst>
          </p:cNvPr>
          <p:cNvSpPr txBox="1"/>
          <p:nvPr/>
        </p:nvSpPr>
        <p:spPr>
          <a:xfrm>
            <a:off x="4999373" y="208584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4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5503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E0370FD-BF1E-4620-B827-E38ECC27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9" y="0"/>
            <a:ext cx="9446781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1629F3E-F6BB-4B6C-ACBA-D9DB55428112}"/>
              </a:ext>
            </a:extLst>
          </p:cNvPr>
          <p:cNvCxnSpPr>
            <a:cxnSpLocks/>
          </p:cNvCxnSpPr>
          <p:nvPr/>
        </p:nvCxnSpPr>
        <p:spPr>
          <a:xfrm>
            <a:off x="7960333" y="5308600"/>
            <a:ext cx="3099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24897B-0131-40F8-ADBB-C40083E4BAA9}"/>
              </a:ext>
            </a:extLst>
          </p:cNvPr>
          <p:cNvSpPr txBox="1"/>
          <p:nvPr/>
        </p:nvSpPr>
        <p:spPr>
          <a:xfrm>
            <a:off x="7578183" y="501734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08BF12C-E67B-4FDB-A685-B17E02D23308}"/>
              </a:ext>
            </a:extLst>
          </p:cNvPr>
          <p:cNvCxnSpPr>
            <a:cxnSpLocks/>
          </p:cNvCxnSpPr>
          <p:nvPr/>
        </p:nvCxnSpPr>
        <p:spPr>
          <a:xfrm>
            <a:off x="8652390" y="4566920"/>
            <a:ext cx="5525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8E128D-D95A-40B0-B560-5016ADA7298C}"/>
              </a:ext>
            </a:extLst>
          </p:cNvPr>
          <p:cNvSpPr txBox="1"/>
          <p:nvPr/>
        </p:nvSpPr>
        <p:spPr>
          <a:xfrm>
            <a:off x="8270240" y="427566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9110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540261-FA5D-478D-AE59-9063CB8E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9" y="0"/>
            <a:ext cx="9446781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63A7883-F002-4EFF-A39A-A947DDDB37FD}"/>
              </a:ext>
            </a:extLst>
          </p:cNvPr>
          <p:cNvCxnSpPr>
            <a:cxnSpLocks/>
          </p:cNvCxnSpPr>
          <p:nvPr/>
        </p:nvCxnSpPr>
        <p:spPr>
          <a:xfrm>
            <a:off x="8529293" y="4333240"/>
            <a:ext cx="19761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E0E3C3-55D8-4E15-A6B7-C3A198B502E0}"/>
              </a:ext>
            </a:extLst>
          </p:cNvPr>
          <p:cNvSpPr txBox="1"/>
          <p:nvPr/>
        </p:nvSpPr>
        <p:spPr>
          <a:xfrm>
            <a:off x="8147143" y="404198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29DADC1-2425-49C9-8D99-C8B7F1F30C65}"/>
              </a:ext>
            </a:extLst>
          </p:cNvPr>
          <p:cNvCxnSpPr>
            <a:cxnSpLocks/>
          </p:cNvCxnSpPr>
          <p:nvPr/>
        </p:nvCxnSpPr>
        <p:spPr>
          <a:xfrm>
            <a:off x="5410173" y="2352040"/>
            <a:ext cx="502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8540A2-B40B-4E7C-9377-11C012E4ABDA}"/>
              </a:ext>
            </a:extLst>
          </p:cNvPr>
          <p:cNvSpPr txBox="1"/>
          <p:nvPr/>
        </p:nvSpPr>
        <p:spPr>
          <a:xfrm>
            <a:off x="5028023" y="206078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746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6DD634F-582F-44BD-9A6C-5133F235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68" y="0"/>
            <a:ext cx="9234063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15F55F8-7AC0-4A6A-954F-0B20F2DA0881}"/>
              </a:ext>
            </a:extLst>
          </p:cNvPr>
          <p:cNvCxnSpPr>
            <a:cxnSpLocks/>
          </p:cNvCxnSpPr>
          <p:nvPr/>
        </p:nvCxnSpPr>
        <p:spPr>
          <a:xfrm>
            <a:off x="2524733" y="1559560"/>
            <a:ext cx="14071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6E766D-77BE-4049-B0FD-1E2E56EAD80B}"/>
              </a:ext>
            </a:extLst>
          </p:cNvPr>
          <p:cNvSpPr txBox="1"/>
          <p:nvPr/>
        </p:nvSpPr>
        <p:spPr>
          <a:xfrm>
            <a:off x="2142583" y="12683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7C1DD3-265C-47D9-9957-EB2455E1AA47}"/>
              </a:ext>
            </a:extLst>
          </p:cNvPr>
          <p:cNvCxnSpPr>
            <a:cxnSpLocks/>
          </p:cNvCxnSpPr>
          <p:nvPr/>
        </p:nvCxnSpPr>
        <p:spPr>
          <a:xfrm>
            <a:off x="3428973" y="2291080"/>
            <a:ext cx="10922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1DA3124-63AD-46F2-993B-60F923338ECF}"/>
              </a:ext>
            </a:extLst>
          </p:cNvPr>
          <p:cNvSpPr txBox="1"/>
          <p:nvPr/>
        </p:nvSpPr>
        <p:spPr>
          <a:xfrm>
            <a:off x="3046823" y="199982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8829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0EEDD4D-C83B-45A8-BB0F-805486E7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68" y="0"/>
            <a:ext cx="923406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D2C63C4-6612-4464-9011-76107864A412}"/>
              </a:ext>
            </a:extLst>
          </p:cNvPr>
          <p:cNvCxnSpPr>
            <a:cxnSpLocks/>
          </p:cNvCxnSpPr>
          <p:nvPr/>
        </p:nvCxnSpPr>
        <p:spPr>
          <a:xfrm>
            <a:off x="5664173" y="4424680"/>
            <a:ext cx="36017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9728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AFEF6C7-9A0A-429E-9DBD-E38C381B8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CB033870-DC3E-40E2-813D-1DF2338A68FE}"/>
              </a:ext>
            </a:extLst>
          </p:cNvPr>
          <p:cNvSpPr/>
          <p:nvPr/>
        </p:nvSpPr>
        <p:spPr>
          <a:xfrm>
            <a:off x="5334000" y="2438400"/>
            <a:ext cx="1701800" cy="170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1382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3F03CE-8DD3-4D5D-A64C-FD1431597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929DD777-0291-4B87-B5BA-C0E5B633D707}"/>
              </a:ext>
            </a:extLst>
          </p:cNvPr>
          <p:cNvSpPr/>
          <p:nvPr/>
        </p:nvSpPr>
        <p:spPr>
          <a:xfrm>
            <a:off x="5334000" y="2438400"/>
            <a:ext cx="1701800" cy="170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7803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4437332-F9F2-A312-D86B-1C9177FD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0" y="0"/>
            <a:ext cx="11989340" cy="6858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AD6FC3-86EA-9CBF-9A9F-9E9E1C2E9688}"/>
              </a:ext>
            </a:extLst>
          </p:cNvPr>
          <p:cNvCxnSpPr>
            <a:cxnSpLocks/>
          </p:cNvCxnSpPr>
          <p:nvPr/>
        </p:nvCxnSpPr>
        <p:spPr>
          <a:xfrm>
            <a:off x="483480" y="6047669"/>
            <a:ext cx="9666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444120-E7BD-EC5C-6B4B-D343AC279682}"/>
              </a:ext>
            </a:extLst>
          </p:cNvPr>
          <p:cNvSpPr txBox="1"/>
          <p:nvPr/>
        </p:nvSpPr>
        <p:spPr>
          <a:xfrm>
            <a:off x="101330" y="575641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EC56965-E4FE-5917-D17C-EAF1CBF15209}"/>
              </a:ext>
            </a:extLst>
          </p:cNvPr>
          <p:cNvCxnSpPr>
            <a:cxnSpLocks/>
          </p:cNvCxnSpPr>
          <p:nvPr/>
        </p:nvCxnSpPr>
        <p:spPr>
          <a:xfrm>
            <a:off x="4575189" y="6555669"/>
            <a:ext cx="6618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A84A41-86FE-204B-CF71-B9244A3CF0BC}"/>
              </a:ext>
            </a:extLst>
          </p:cNvPr>
          <p:cNvSpPr txBox="1"/>
          <p:nvPr/>
        </p:nvSpPr>
        <p:spPr>
          <a:xfrm>
            <a:off x="4193039" y="626441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3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551AD05-6CFE-547B-1E86-996F43B223DA}"/>
              </a:ext>
            </a:extLst>
          </p:cNvPr>
          <p:cNvCxnSpPr>
            <a:cxnSpLocks/>
          </p:cNvCxnSpPr>
          <p:nvPr/>
        </p:nvCxnSpPr>
        <p:spPr>
          <a:xfrm>
            <a:off x="1832259" y="1780469"/>
            <a:ext cx="3937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B998E1-3EC9-3AD5-F489-E6AE70F58830}"/>
              </a:ext>
            </a:extLst>
          </p:cNvPr>
          <p:cNvSpPr txBox="1"/>
          <p:nvPr/>
        </p:nvSpPr>
        <p:spPr>
          <a:xfrm>
            <a:off x="1450109" y="1489212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4395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315FC17-BA9D-4444-9195-AA8993E1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33" y="0"/>
            <a:ext cx="999913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1E17595-ABFB-4797-A72D-A0A201028B68}"/>
              </a:ext>
            </a:extLst>
          </p:cNvPr>
          <p:cNvCxnSpPr>
            <a:cxnSpLocks/>
          </p:cNvCxnSpPr>
          <p:nvPr/>
        </p:nvCxnSpPr>
        <p:spPr>
          <a:xfrm>
            <a:off x="1699233" y="1216660"/>
            <a:ext cx="21742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3EBD0A-8D9C-4312-8370-CC9EDC3631CB}"/>
              </a:ext>
            </a:extLst>
          </p:cNvPr>
          <p:cNvSpPr txBox="1"/>
          <p:nvPr/>
        </p:nvSpPr>
        <p:spPr>
          <a:xfrm>
            <a:off x="1317083" y="9254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3477EC4-8BB0-406A-B265-D6237481EC05}"/>
              </a:ext>
            </a:extLst>
          </p:cNvPr>
          <p:cNvCxnSpPr>
            <a:cxnSpLocks/>
          </p:cNvCxnSpPr>
          <p:nvPr/>
        </p:nvCxnSpPr>
        <p:spPr>
          <a:xfrm>
            <a:off x="1877033" y="3334857"/>
            <a:ext cx="5105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016FA5-22CF-4DD0-9918-6A9FC6A107AB}"/>
              </a:ext>
            </a:extLst>
          </p:cNvPr>
          <p:cNvSpPr txBox="1"/>
          <p:nvPr/>
        </p:nvSpPr>
        <p:spPr>
          <a:xfrm>
            <a:off x="1494883" y="3043600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0662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D5CC25E-F43F-4F38-AD31-433E14F25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990600"/>
            <a:ext cx="5705475" cy="48768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EBC6C97-E0F7-4800-9B8C-F06858858436}"/>
              </a:ext>
            </a:extLst>
          </p:cNvPr>
          <p:cNvCxnSpPr>
            <a:cxnSpLocks/>
          </p:cNvCxnSpPr>
          <p:nvPr/>
        </p:nvCxnSpPr>
        <p:spPr>
          <a:xfrm>
            <a:off x="6220433" y="1851660"/>
            <a:ext cx="5359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F187B5-41EB-43F9-82AB-798EF9642F6D}"/>
              </a:ext>
            </a:extLst>
          </p:cNvPr>
          <p:cNvSpPr txBox="1"/>
          <p:nvPr/>
        </p:nvSpPr>
        <p:spPr>
          <a:xfrm>
            <a:off x="5838283" y="15604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147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499846A-61E6-443D-A2A9-4B1A738AE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33" y="0"/>
            <a:ext cx="999913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4862659-29C2-4929-A749-2ACEAB2A4EEB}"/>
              </a:ext>
            </a:extLst>
          </p:cNvPr>
          <p:cNvCxnSpPr>
            <a:cxnSpLocks/>
          </p:cNvCxnSpPr>
          <p:nvPr/>
        </p:nvCxnSpPr>
        <p:spPr>
          <a:xfrm>
            <a:off x="1118583" y="2867660"/>
            <a:ext cx="3546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C030D2-8F4B-4263-A71F-28F83625E1AC}"/>
              </a:ext>
            </a:extLst>
          </p:cNvPr>
          <p:cNvSpPr txBox="1"/>
          <p:nvPr/>
        </p:nvSpPr>
        <p:spPr>
          <a:xfrm>
            <a:off x="736433" y="25764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AC1A642-5D1A-4CE9-8A43-538850FA9189}"/>
              </a:ext>
            </a:extLst>
          </p:cNvPr>
          <p:cNvCxnSpPr>
            <a:cxnSpLocks/>
          </p:cNvCxnSpPr>
          <p:nvPr/>
        </p:nvCxnSpPr>
        <p:spPr>
          <a:xfrm>
            <a:off x="2147283" y="4671060"/>
            <a:ext cx="9388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7ADE82-6AE0-45A6-8327-15161EE16299}"/>
              </a:ext>
            </a:extLst>
          </p:cNvPr>
          <p:cNvSpPr txBox="1"/>
          <p:nvPr/>
        </p:nvSpPr>
        <p:spPr>
          <a:xfrm>
            <a:off x="1765133" y="43798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31164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7DD1A35-1F25-4A10-A6F3-B9D725FD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33" y="0"/>
            <a:ext cx="999913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5E39DF0-7177-453B-8D93-FDECA0FA32BF}"/>
              </a:ext>
            </a:extLst>
          </p:cNvPr>
          <p:cNvCxnSpPr>
            <a:cxnSpLocks/>
          </p:cNvCxnSpPr>
          <p:nvPr/>
        </p:nvCxnSpPr>
        <p:spPr>
          <a:xfrm>
            <a:off x="5284183" y="1889760"/>
            <a:ext cx="12690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E25123-9E7E-4602-A057-FF71757E21E1}"/>
              </a:ext>
            </a:extLst>
          </p:cNvPr>
          <p:cNvSpPr txBox="1"/>
          <p:nvPr/>
        </p:nvSpPr>
        <p:spPr>
          <a:xfrm>
            <a:off x="4902033" y="15985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02402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CAD13EC-2C7C-4CB7-8EAA-D3CB53CC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33" y="0"/>
            <a:ext cx="9999133" cy="6858000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D1714A3-A2E4-49A2-8A17-27CB034F2620}"/>
              </a:ext>
            </a:extLst>
          </p:cNvPr>
          <p:cNvCxnSpPr>
            <a:cxnSpLocks/>
          </p:cNvCxnSpPr>
          <p:nvPr/>
        </p:nvCxnSpPr>
        <p:spPr>
          <a:xfrm>
            <a:off x="6338283" y="2524760"/>
            <a:ext cx="9007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CF4C59-D25E-49C9-9407-0322B2792F47}"/>
              </a:ext>
            </a:extLst>
          </p:cNvPr>
          <p:cNvSpPr txBox="1"/>
          <p:nvPr/>
        </p:nvSpPr>
        <p:spPr>
          <a:xfrm>
            <a:off x="5956133" y="22335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1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DF79EBE-A0C9-4C30-BBDC-D62C361D1FC9}"/>
              </a:ext>
            </a:extLst>
          </p:cNvPr>
          <p:cNvCxnSpPr>
            <a:cxnSpLocks/>
          </p:cNvCxnSpPr>
          <p:nvPr/>
        </p:nvCxnSpPr>
        <p:spPr>
          <a:xfrm>
            <a:off x="6360433" y="6626860"/>
            <a:ext cx="7769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839BEA-20D8-40C5-9FC5-02502D38836A}"/>
              </a:ext>
            </a:extLst>
          </p:cNvPr>
          <p:cNvSpPr txBox="1"/>
          <p:nvPr/>
        </p:nvSpPr>
        <p:spPr>
          <a:xfrm>
            <a:off x="5978283" y="6335603"/>
            <a:ext cx="360000" cy="360000"/>
          </a:xfrm>
          <a:prstGeom prst="ellipse">
            <a:avLst/>
          </a:prstGeom>
          <a:solidFill>
            <a:srgbClr val="FF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b="1">
                <a:solidFill>
                  <a:schemeClr val="bg1"/>
                </a:solidFill>
              </a:rPr>
              <a:t>2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1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181</Words>
  <Application>Microsoft Office PowerPoint</Application>
  <PresentationFormat>ワイド画面</PresentationFormat>
  <Paragraphs>175</Paragraphs>
  <Slides>106</Slides>
  <Notes>0</Notes>
  <HiddenSlides>60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106</vt:i4>
      </vt:variant>
    </vt:vector>
  </HeadingPairs>
  <TitlesOfParts>
    <vt:vector size="1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松岡 貴志</dc:creator>
  <cp:lastModifiedBy>Takashi Matsuoka</cp:lastModifiedBy>
  <cp:revision>69</cp:revision>
  <dcterms:created xsi:type="dcterms:W3CDTF">2019-04-30T04:22:38Z</dcterms:created>
  <dcterms:modified xsi:type="dcterms:W3CDTF">2025-02-14T02:03:31Z</dcterms:modified>
</cp:coreProperties>
</file>