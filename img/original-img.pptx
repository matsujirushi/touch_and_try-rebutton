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4" r:id="rId2"/>
    <p:sldId id="256" r:id="rId3"/>
    <p:sldId id="405" r:id="rId4"/>
    <p:sldId id="406" r:id="rId5"/>
    <p:sldId id="408" r:id="rId6"/>
    <p:sldId id="407" r:id="rId7"/>
    <p:sldId id="262" r:id="rId8"/>
    <p:sldId id="263" r:id="rId9"/>
    <p:sldId id="264" r:id="rId10"/>
    <p:sldId id="409" r:id="rId11"/>
    <p:sldId id="410" r:id="rId12"/>
    <p:sldId id="419" r:id="rId13"/>
    <p:sldId id="411" r:id="rId14"/>
    <p:sldId id="412" r:id="rId15"/>
    <p:sldId id="413" r:id="rId16"/>
    <p:sldId id="420" r:id="rId17"/>
    <p:sldId id="414" r:id="rId18"/>
    <p:sldId id="415" r:id="rId19"/>
    <p:sldId id="417" r:id="rId20"/>
    <p:sldId id="416" r:id="rId21"/>
    <p:sldId id="287" r:id="rId22"/>
    <p:sldId id="286" r:id="rId23"/>
    <p:sldId id="289" r:id="rId24"/>
    <p:sldId id="283" r:id="rId25"/>
    <p:sldId id="290" r:id="rId26"/>
    <p:sldId id="291" r:id="rId27"/>
    <p:sldId id="292" r:id="rId28"/>
    <p:sldId id="284" r:id="rId29"/>
    <p:sldId id="293" r:id="rId30"/>
    <p:sldId id="294" r:id="rId31"/>
    <p:sldId id="295" r:id="rId32"/>
    <p:sldId id="296" r:id="rId33"/>
    <p:sldId id="421" r:id="rId34"/>
    <p:sldId id="422" r:id="rId35"/>
    <p:sldId id="423" r:id="rId36"/>
    <p:sldId id="424" r:id="rId37"/>
    <p:sldId id="425" r:id="rId38"/>
    <p:sldId id="428" r:id="rId39"/>
    <p:sldId id="429" r:id="rId40"/>
    <p:sldId id="430" r:id="rId41"/>
    <p:sldId id="431" r:id="rId42"/>
    <p:sldId id="426" r:id="rId43"/>
    <p:sldId id="427" r:id="rId44"/>
    <p:sldId id="279" r:id="rId45"/>
    <p:sldId id="280" r:id="rId46"/>
    <p:sldId id="282" r:id="rId47"/>
    <p:sldId id="404" r:id="rId48"/>
    <p:sldId id="303" r:id="rId49"/>
    <p:sldId id="304" r:id="rId50"/>
    <p:sldId id="305" r:id="rId51"/>
    <p:sldId id="306" r:id="rId52"/>
    <p:sldId id="307" r:id="rId53"/>
    <p:sldId id="310" r:id="rId54"/>
    <p:sldId id="311" r:id="rId55"/>
    <p:sldId id="313" r:id="rId56"/>
    <p:sldId id="314" r:id="rId57"/>
    <p:sldId id="317" r:id="rId58"/>
    <p:sldId id="318" r:id="rId59"/>
    <p:sldId id="319" r:id="rId60"/>
    <p:sldId id="433" r:id="rId61"/>
    <p:sldId id="435" r:id="rId62"/>
    <p:sldId id="437" r:id="rId63"/>
    <p:sldId id="438" r:id="rId64"/>
    <p:sldId id="439" r:id="rId65"/>
    <p:sldId id="440" r:id="rId66"/>
    <p:sldId id="441" r:id="rId67"/>
    <p:sldId id="442" r:id="rId68"/>
    <p:sldId id="443" r:id="rId69"/>
    <p:sldId id="444" r:id="rId70"/>
    <p:sldId id="331" r:id="rId71"/>
    <p:sldId id="333" r:id="rId72"/>
    <p:sldId id="368" r:id="rId73"/>
    <p:sldId id="369" r:id="rId74"/>
    <p:sldId id="370" r:id="rId75"/>
    <p:sldId id="357" r:id="rId76"/>
    <p:sldId id="358" r:id="rId77"/>
    <p:sldId id="359" r:id="rId78"/>
    <p:sldId id="360" r:id="rId79"/>
    <p:sldId id="361" r:id="rId80"/>
    <p:sldId id="362" r:id="rId81"/>
    <p:sldId id="363" r:id="rId82"/>
    <p:sldId id="364" r:id="rId83"/>
    <p:sldId id="365" r:id="rId84"/>
    <p:sldId id="366" r:id="rId85"/>
    <p:sldId id="373" r:id="rId86"/>
    <p:sldId id="374" r:id="rId87"/>
    <p:sldId id="375" r:id="rId88"/>
    <p:sldId id="376" r:id="rId89"/>
    <p:sldId id="377" r:id="rId90"/>
    <p:sldId id="378" r:id="rId91"/>
    <p:sldId id="379" r:id="rId92"/>
    <p:sldId id="380" r:id="rId93"/>
    <p:sldId id="395" r:id="rId94"/>
    <p:sldId id="384" r:id="rId95"/>
    <p:sldId id="385" r:id="rId96"/>
    <p:sldId id="386" r:id="rId97"/>
    <p:sldId id="387" r:id="rId98"/>
    <p:sldId id="392" r:id="rId99"/>
    <p:sldId id="394" r:id="rId100"/>
    <p:sldId id="396" r:id="rId101"/>
    <p:sldId id="397" r:id="rId102"/>
    <p:sldId id="432" r:id="rId103"/>
    <p:sldId id="399" r:id="rId104"/>
    <p:sldId id="401" r:id="rId105"/>
    <p:sldId id="402" r:id="rId106"/>
    <p:sldId id="403" r:id="rId10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0" id="{03F73668-C202-40C7-A183-447AFC74D6FE}">
          <p14:sldIdLst>
            <p14:sldId id="334"/>
          </p14:sldIdLst>
        </p14:section>
        <p14:section name="1-1" id="{F36B4B14-7AC7-438A-9DB5-C2A1D7FFD439}">
          <p14:sldIdLst>
            <p14:sldId id="256"/>
            <p14:sldId id="405"/>
            <p14:sldId id="406"/>
            <p14:sldId id="408"/>
            <p14:sldId id="407"/>
          </p14:sldIdLst>
        </p14:section>
        <p14:section name="1-2" id="{0546CCCE-7A9E-47E2-9958-336A16196CDD}">
          <p14:sldIdLst>
            <p14:sldId id="262"/>
            <p14:sldId id="263"/>
            <p14:sldId id="264"/>
            <p14:sldId id="409"/>
            <p14:sldId id="410"/>
          </p14:sldIdLst>
        </p14:section>
        <p14:section name="1-3" id="{63009B45-5809-4DE9-AFF4-255451659526}">
          <p14:sldIdLst>
            <p14:sldId id="419"/>
            <p14:sldId id="411"/>
            <p14:sldId id="412"/>
            <p14:sldId id="413"/>
            <p14:sldId id="420"/>
          </p14:sldIdLst>
        </p14:section>
        <p14:section name="1-4" id="{69753926-0CF9-4000-B3FF-F329D5371195}">
          <p14:sldIdLst>
            <p14:sldId id="414"/>
            <p14:sldId id="415"/>
            <p14:sldId id="417"/>
            <p14:sldId id="416"/>
          </p14:sldIdLst>
        </p14:section>
        <p14:section name="1-5" id="{5F1F40DA-ED5A-4000-9D63-9FF777601BA9}">
          <p14:sldIdLst>
            <p14:sldId id="287"/>
            <p14:sldId id="286"/>
          </p14:sldIdLst>
        </p14:section>
        <p14:section name="1-6" id="{092BBAC9-275E-4A34-93B8-26FE67CC2F80}">
          <p14:sldIdLst>
            <p14:sldId id="289"/>
            <p14:sldId id="283"/>
            <p14:sldId id="290"/>
            <p14:sldId id="291"/>
            <p14:sldId id="292"/>
            <p14:sldId id="284"/>
            <p14:sldId id="293"/>
            <p14:sldId id="294"/>
            <p14:sldId id="295"/>
          </p14:sldIdLst>
        </p14:section>
        <p14:section name="1-7" id="{B9237B08-4EBA-4E7A-B0CC-78828D336A77}">
          <p14:sldIdLst>
            <p14:sldId id="296"/>
            <p14:sldId id="421"/>
            <p14:sldId id="422"/>
          </p14:sldIdLst>
        </p14:section>
        <p14:section name="2-0" id="{E4F366F1-15D6-43C3-9F8B-8C2488E1A42E}">
          <p14:sldIdLst>
            <p14:sldId id="423"/>
            <p14:sldId id="424"/>
            <p14:sldId id="425"/>
            <p14:sldId id="428"/>
            <p14:sldId id="429"/>
            <p14:sldId id="430"/>
            <p14:sldId id="431"/>
            <p14:sldId id="426"/>
            <p14:sldId id="427"/>
          </p14:sldIdLst>
        </p14:section>
        <p14:section name="2-1" id="{4398BDD0-F0D6-4B9A-8D34-B9580A809DB8}">
          <p14:sldIdLst>
            <p14:sldId id="279"/>
            <p14:sldId id="280"/>
            <p14:sldId id="282"/>
            <p14:sldId id="404"/>
            <p14:sldId id="303"/>
          </p14:sldIdLst>
        </p14:section>
        <p14:section name="2-2" id="{971A6F47-1DC9-4AC0-A489-9DC4CDC76BB0}">
          <p14:sldIdLst>
            <p14:sldId id="304"/>
            <p14:sldId id="305"/>
            <p14:sldId id="306"/>
            <p14:sldId id="307"/>
          </p14:sldIdLst>
        </p14:section>
        <p14:section name="2-3" id="{EFDE6BF5-3697-4170-A3F9-B4E8CACA3E5B}">
          <p14:sldIdLst>
            <p14:sldId id="310"/>
            <p14:sldId id="311"/>
            <p14:sldId id="313"/>
            <p14:sldId id="314"/>
          </p14:sldIdLst>
        </p14:section>
        <p14:section name="3-1" id="{9ADF17B8-42A3-4E32-A146-BD189A45792D}">
          <p14:sldIdLst>
            <p14:sldId id="317"/>
            <p14:sldId id="318"/>
            <p14:sldId id="319"/>
            <p14:sldId id="433"/>
            <p14:sldId id="435"/>
            <p14:sldId id="437"/>
            <p14:sldId id="438"/>
          </p14:sldIdLst>
        </p14:section>
        <p14:section name="3-2" id="{F1DBBB4F-2E56-4A34-AA4C-1B2E925017CF}">
          <p14:sldIdLst>
            <p14:sldId id="439"/>
            <p14:sldId id="440"/>
            <p14:sldId id="441"/>
            <p14:sldId id="442"/>
            <p14:sldId id="443"/>
            <p14:sldId id="444"/>
          </p14:sldIdLst>
        </p14:section>
        <p14:section name="3-3" id="{1F6652D2-F19D-43FF-A819-04EE1E125FD9}">
          <p14:sldIdLst>
            <p14:sldId id="331"/>
            <p14:sldId id="333"/>
          </p14:sldIdLst>
        </p14:section>
        <p14:section name="4-1" id="{07FC230E-3125-4292-85E9-675DE89FF101}">
          <p14:sldIdLst>
            <p14:sldId id="368"/>
            <p14:sldId id="369"/>
            <p14:sldId id="370"/>
          </p14:sldIdLst>
        </p14:section>
        <p14:section name="4-2" id="{24A18EC0-B81D-4AC2-8CE9-B876E4976CD6}">
          <p14:sldIdLst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</p14:sldIdLst>
        </p14:section>
        <p14:section name="4-3" id="{339062F8-F8B0-4627-BDD4-285A25B3B0FA}">
          <p14:sldIdLst>
            <p14:sldId id="373"/>
            <p14:sldId id="374"/>
            <p14:sldId id="375"/>
            <p14:sldId id="376"/>
            <p14:sldId id="377"/>
            <p14:sldId id="378"/>
            <p14:sldId id="379"/>
          </p14:sldIdLst>
        </p14:section>
        <p14:section name="4-4" id="{848B3EB5-DFD4-4358-AC83-5BBEC520ACD6}">
          <p14:sldIdLst>
            <p14:sldId id="380"/>
            <p14:sldId id="395"/>
            <p14:sldId id="384"/>
            <p14:sldId id="385"/>
            <p14:sldId id="386"/>
            <p14:sldId id="387"/>
          </p14:sldIdLst>
        </p14:section>
        <p14:section name="4-5" id="{E6FB9474-7F35-46B5-883F-4995F72E0713}">
          <p14:sldIdLst>
            <p14:sldId id="392"/>
            <p14:sldId id="394"/>
          </p14:sldIdLst>
        </p14:section>
        <p14:section name="F-1" id="{6FACB387-B338-4FA5-AAA9-8E047CF8C843}">
          <p14:sldIdLst>
            <p14:sldId id="396"/>
            <p14:sldId id="397"/>
          </p14:sldIdLst>
        </p14:section>
        <p14:section name="F-2" id="{E5B28CEA-028C-4676-9D35-A4C74DF03764}">
          <p14:sldIdLst>
            <p14:sldId id="432"/>
          </p14:sldIdLst>
        </p14:section>
        <p14:section name="F-3" id="{E020893E-64C9-4569-918B-7BAF96ED7733}">
          <p14:sldIdLst>
            <p14:sldId id="399"/>
          </p14:sldIdLst>
        </p14:section>
        <p14:section name="F-4" id="{72046F82-AE18-4686-A976-B9168E9B173F}">
          <p14:sldIdLst>
            <p14:sldId id="401"/>
            <p14:sldId id="402"/>
            <p14:sldId id="40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69" autoAdjust="0"/>
    <p:restoredTop sz="94660"/>
  </p:normalViewPr>
  <p:slideViewPr>
    <p:cSldViewPr snapToGrid="0">
      <p:cViewPr varScale="1">
        <p:scale>
          <a:sx n="99" d="100"/>
          <a:sy n="99" d="100"/>
        </p:scale>
        <p:origin x="90" y="24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presProps" Target="pres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viewProps" Target="viewProp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63AD44-7351-4E02-963B-6D9F472300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C1ED1B4-8535-4F9A-9281-989A2E4289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8C74BD4-E13C-411B-8922-5DB2D52D0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13F53-AA53-4E32-A418-E48B2829D196}" type="datetimeFigureOut">
              <a:rPr kumimoji="1" lang="ja-JP" altLang="en-US" smtClean="0"/>
              <a:t>2025/2/14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2555F49-6F18-4218-8CE6-0C273EB82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1263C18-E0B1-41E3-8AAF-E478B20BB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2E6C9-4668-4795-ACE8-A81C77D167B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1737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B896A0-A8C8-414B-ACF5-D10FC0E86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63F62B7-0EF7-4648-9A63-419EC55D0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932569-87AA-433C-B071-85C87C96C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13F53-AA53-4E32-A418-E48B2829D196}" type="datetimeFigureOut">
              <a:rPr kumimoji="1" lang="ja-JP" altLang="en-US" smtClean="0"/>
              <a:t>2025/2/14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55B4EDB-11B2-4B0C-8FAE-920AE91CC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08C1F08-92E2-4C79-8E65-F5DBDC4D0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2E6C9-4668-4795-ACE8-A81C77D167B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771927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B6D0011-C658-4F94-8D0F-236D67CF3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FD70A58-2DDF-45A0-B8E9-7BC112947E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FF57E3F-B65C-40E8-B367-B139A4338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13F53-AA53-4E32-A418-E48B2829D196}" type="datetimeFigureOut">
              <a:rPr kumimoji="1" lang="ja-JP" altLang="en-US" smtClean="0"/>
              <a:t>2025/2/14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9348155-BBD4-42E6-A008-D6FC9C6C6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94B38A0-6C04-4E5B-85A0-AD39314D9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2E6C9-4668-4795-ACE8-A81C77D167B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8436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E99F95-BF3E-4070-A084-13E918C8D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5F5B273-ED6E-456B-8B01-00AA13AF68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C4E07EE-6E83-49A0-8C0D-DCB232CF81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10FDB6-70C4-4FC1-B0F1-059E685E9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13F53-AA53-4E32-A418-E48B2829D196}" type="datetimeFigureOut">
              <a:rPr kumimoji="1" lang="ja-JP" altLang="en-US" smtClean="0"/>
              <a:t>2025/2/14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717409B-A621-46B9-A0C8-4D29433A5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E344CC9-2CF5-43C7-9EFC-9389D6F7E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2E6C9-4668-4795-ACE8-A81C77D167B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3309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190F3A-20BB-4946-9DB1-9734DDB5D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BD3EF9E-23B0-437A-842A-4FEDA5EDB8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1AE5A47-30B0-4AE2-9604-5EE893E285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5DCFD83-CF68-415C-A0CE-096DFB963D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0F88FF4-356E-45F4-9D46-54FEEF3853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4E19380-D2FE-4EB3-BD2F-17EC82238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13F53-AA53-4E32-A418-E48B2829D196}" type="datetimeFigureOut">
              <a:rPr kumimoji="1" lang="ja-JP" altLang="en-US" smtClean="0"/>
              <a:t>2025/2/14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A904E7C-1C88-4AEF-8DA8-6399506B1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AC6CC98-5653-41E9-95DF-21B074DDA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2E6C9-4668-4795-ACE8-A81C77D167B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24710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537869-96BB-4C23-867F-90543DEDC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0AB8BA8-9164-4BEE-A78A-454A94536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13F53-AA53-4E32-A418-E48B2829D196}" type="datetimeFigureOut">
              <a:rPr kumimoji="1" lang="ja-JP" altLang="en-US" smtClean="0"/>
              <a:t>2025/2/14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1BDFAF2-19BB-4F46-9575-8B46F0276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AE7BAC4-E325-4AB1-86EB-F2857CFD9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2E6C9-4668-4795-ACE8-A81C77D167B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30501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7E6A77B-0A5C-4281-8DF9-E0F9632BF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13F53-AA53-4E32-A418-E48B2829D196}" type="datetimeFigureOut">
              <a:rPr kumimoji="1" lang="ja-JP" altLang="en-US" smtClean="0"/>
              <a:t>2025/2/14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05945F2-6B92-4D65-AB5E-02B4BEA0A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E81FD3F-79FA-4484-A8B8-C3753E595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2E6C9-4668-4795-ACE8-A81C77D167B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9202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B58D490-435C-4291-81E7-969FA5E090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B490FB-5BBB-4F41-9EE7-5C6538BF36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1DD11D4-20BD-477D-BD69-AAE69796F1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B37B7DB-15EB-4BA0-A834-C4FF2E95A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13F53-AA53-4E32-A418-E48B2829D196}" type="datetimeFigureOut">
              <a:rPr kumimoji="1" lang="ja-JP" altLang="en-US" smtClean="0"/>
              <a:t>2025/2/14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61E6AFB-F0CA-4987-BC06-84488A37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AE089CC-3CC8-4366-92E4-0C949B382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2E6C9-4668-4795-ACE8-A81C77D167B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8968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B2D2EBB-5305-48D7-898B-AAD66667D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3AA7F09-F82B-4754-BA22-FE991AEA59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2F24591-D556-4A20-BE3B-219D3218AD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9FEA8C5-5B58-43A9-9B2F-8AF9E784B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13F53-AA53-4E32-A418-E48B2829D196}" type="datetimeFigureOut">
              <a:rPr kumimoji="1" lang="ja-JP" altLang="en-US" smtClean="0"/>
              <a:t>2025/2/14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2809627-3E0F-40F8-A94A-5840FE5FD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15A5FED-1999-46A1-9C63-581843A93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2E6C9-4668-4795-ACE8-A81C77D167B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24066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2F60B5-FC8A-455D-8896-F80C81967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1ACB89E-42FD-4AFC-A465-7B009DE51D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EFBAD8-5152-4EC7-BF42-1814A9861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13F53-AA53-4E32-A418-E48B2829D196}" type="datetimeFigureOut">
              <a:rPr kumimoji="1" lang="ja-JP" altLang="en-US" smtClean="0"/>
              <a:t>2025/2/14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0AD00ED-64B0-48E6-B82D-BD05D4D8D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D52D80E-CC76-492C-9282-A12217773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2E6C9-4668-4795-ACE8-A81C77D167B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4914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B74D008-679A-4201-99D6-C6222DB77E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5C47D40-4CDA-43AF-90C1-D3855476C2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8F3A4CA-5CAC-4831-9BEB-7FCC6D724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13F53-AA53-4E32-A418-E48B2829D196}" type="datetimeFigureOut">
              <a:rPr kumimoji="1" lang="ja-JP" altLang="en-US" smtClean="0"/>
              <a:t>2025/2/14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D07531E-D793-44A0-BD82-8E7FFC6F2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36B01E-5922-4C1F-A333-F15959FA9D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2E6C9-4668-4795-ACE8-A81C77D167B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0176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0966319-03D7-43CA-8CC3-375AC6309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D1FB2B6-FF6A-4BF4-81CB-B272F86E13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CD759C-A3BC-438B-849A-E529C438B4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713F53-AA53-4E32-A418-E48B2829D196}" type="datetimeFigureOut">
              <a:rPr kumimoji="1" lang="ja-JP" altLang="en-US" smtClean="0"/>
              <a:t>2025/2/14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7B663E1-B1A3-4874-AC88-6D840C4CAE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FF3D260-3402-409B-82CC-CEA7B6F5FC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2E6C9-4668-4795-ACE8-A81C77D167B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36897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7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直線コネクタ 56">
            <a:extLst>
              <a:ext uri="{FF2B5EF4-FFF2-40B4-BE49-F238E27FC236}">
                <a16:creationId xmlns:a16="http://schemas.microsoft.com/office/drawing/2014/main" id="{9D6BBDAA-869B-4E4B-ACBD-CAEFA8E08BBC}"/>
              </a:ext>
            </a:extLst>
          </p:cNvPr>
          <p:cNvCxnSpPr>
            <a:cxnSpLocks/>
          </p:cNvCxnSpPr>
          <p:nvPr/>
        </p:nvCxnSpPr>
        <p:spPr>
          <a:xfrm flipV="1">
            <a:off x="4907559" y="2023303"/>
            <a:ext cx="0" cy="1211066"/>
          </a:xfrm>
          <a:prstGeom prst="line">
            <a:avLst/>
          </a:prstGeom>
          <a:ln w="76200" cap="rnd">
            <a:solidFill>
              <a:srgbClr val="00B0F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コネクタ 59">
            <a:extLst>
              <a:ext uri="{FF2B5EF4-FFF2-40B4-BE49-F238E27FC236}">
                <a16:creationId xmlns:a16="http://schemas.microsoft.com/office/drawing/2014/main" id="{A9A38D5B-6DE8-42F4-8C6B-C96061EC1B14}"/>
              </a:ext>
            </a:extLst>
          </p:cNvPr>
          <p:cNvCxnSpPr>
            <a:cxnSpLocks/>
          </p:cNvCxnSpPr>
          <p:nvPr/>
        </p:nvCxnSpPr>
        <p:spPr>
          <a:xfrm flipH="1">
            <a:off x="4907561" y="2023303"/>
            <a:ext cx="3722914" cy="0"/>
          </a:xfrm>
          <a:prstGeom prst="line">
            <a:avLst/>
          </a:prstGeom>
          <a:ln w="76200" cap="rnd">
            <a:solidFill>
              <a:srgbClr val="00B0F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コネクタ 68">
            <a:extLst>
              <a:ext uri="{FF2B5EF4-FFF2-40B4-BE49-F238E27FC236}">
                <a16:creationId xmlns:a16="http://schemas.microsoft.com/office/drawing/2014/main" id="{9F38D5FB-FB7E-423A-93AD-44ED707EA9DB}"/>
              </a:ext>
            </a:extLst>
          </p:cNvPr>
          <p:cNvCxnSpPr>
            <a:cxnSpLocks/>
          </p:cNvCxnSpPr>
          <p:nvPr/>
        </p:nvCxnSpPr>
        <p:spPr>
          <a:xfrm flipV="1">
            <a:off x="8630475" y="2023303"/>
            <a:ext cx="0" cy="4369108"/>
          </a:xfrm>
          <a:prstGeom prst="line">
            <a:avLst/>
          </a:prstGeom>
          <a:ln w="76200" cap="rnd">
            <a:solidFill>
              <a:srgbClr val="00B0F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コネクタ 69">
            <a:extLst>
              <a:ext uri="{FF2B5EF4-FFF2-40B4-BE49-F238E27FC236}">
                <a16:creationId xmlns:a16="http://schemas.microsoft.com/office/drawing/2014/main" id="{D15A231B-D88F-4A3A-9349-B6DA9E5EF828}"/>
              </a:ext>
            </a:extLst>
          </p:cNvPr>
          <p:cNvCxnSpPr>
            <a:cxnSpLocks/>
          </p:cNvCxnSpPr>
          <p:nvPr/>
        </p:nvCxnSpPr>
        <p:spPr>
          <a:xfrm flipH="1">
            <a:off x="2172748" y="6392411"/>
            <a:ext cx="6457727" cy="0"/>
          </a:xfrm>
          <a:prstGeom prst="line">
            <a:avLst/>
          </a:prstGeom>
          <a:ln w="76200" cap="rnd">
            <a:solidFill>
              <a:srgbClr val="00B0F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コネクタ 74">
            <a:extLst>
              <a:ext uri="{FF2B5EF4-FFF2-40B4-BE49-F238E27FC236}">
                <a16:creationId xmlns:a16="http://schemas.microsoft.com/office/drawing/2014/main" id="{20952502-1D2D-4CCA-A700-ADDC515E19A9}"/>
              </a:ext>
            </a:extLst>
          </p:cNvPr>
          <p:cNvCxnSpPr>
            <a:cxnSpLocks/>
          </p:cNvCxnSpPr>
          <p:nvPr/>
        </p:nvCxnSpPr>
        <p:spPr>
          <a:xfrm flipH="1">
            <a:off x="2172748" y="3244314"/>
            <a:ext cx="2734811" cy="0"/>
          </a:xfrm>
          <a:prstGeom prst="line">
            <a:avLst/>
          </a:prstGeom>
          <a:ln w="76200" cap="rnd">
            <a:solidFill>
              <a:srgbClr val="00B0F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線コネクタ 76">
            <a:extLst>
              <a:ext uri="{FF2B5EF4-FFF2-40B4-BE49-F238E27FC236}">
                <a16:creationId xmlns:a16="http://schemas.microsoft.com/office/drawing/2014/main" id="{B3EE26C7-18F2-4766-ACF9-FD060DE9D2DB}"/>
              </a:ext>
            </a:extLst>
          </p:cNvPr>
          <p:cNvCxnSpPr>
            <a:cxnSpLocks/>
          </p:cNvCxnSpPr>
          <p:nvPr/>
        </p:nvCxnSpPr>
        <p:spPr>
          <a:xfrm flipV="1">
            <a:off x="2172748" y="3249234"/>
            <a:ext cx="0" cy="3143177"/>
          </a:xfrm>
          <a:prstGeom prst="line">
            <a:avLst/>
          </a:prstGeom>
          <a:ln w="76200" cap="rnd">
            <a:solidFill>
              <a:srgbClr val="00B0F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図 3">
            <a:extLst>
              <a:ext uri="{FF2B5EF4-FFF2-40B4-BE49-F238E27FC236}">
                <a16:creationId xmlns:a16="http://schemas.microsoft.com/office/drawing/2014/main" id="{6AA387EE-9508-4FBF-A80D-D8BB69717A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1004" y="179193"/>
            <a:ext cx="1572921" cy="1584951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F4DCC01-406B-4EF5-9649-2A5671AB994A}"/>
              </a:ext>
            </a:extLst>
          </p:cNvPr>
          <p:cNvSpPr txBox="1"/>
          <p:nvPr/>
        </p:nvSpPr>
        <p:spPr>
          <a:xfrm>
            <a:off x="4595663" y="728628"/>
            <a:ext cx="15183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2400"/>
              <a:t>ReButton</a:t>
            </a:r>
            <a:endParaRPr kumimoji="1" lang="ja-JP" altLang="en-US" sz="2400"/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5D4CBD24-743D-453D-8854-7113245FECEC}"/>
              </a:ext>
            </a:extLst>
          </p:cNvPr>
          <p:cNvGrpSpPr/>
          <p:nvPr/>
        </p:nvGrpSpPr>
        <p:grpSpPr>
          <a:xfrm>
            <a:off x="3090343" y="1553223"/>
            <a:ext cx="567783" cy="672764"/>
            <a:chOff x="2723677" y="1642187"/>
            <a:chExt cx="567783" cy="672764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FC1B9C17-70C0-427A-84E8-6D241500CB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82485" y="1642187"/>
              <a:ext cx="468244" cy="470080"/>
            </a:xfrm>
            <a:prstGeom prst="rect">
              <a:avLst/>
            </a:prstGeom>
          </p:spPr>
        </p:pic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32593BD0-A00A-49CA-A27B-E520B2BF22EB}"/>
                </a:ext>
              </a:extLst>
            </p:cNvPr>
            <p:cNvSpPr txBox="1"/>
            <p:nvPr/>
          </p:nvSpPr>
          <p:spPr>
            <a:xfrm>
              <a:off x="2723677" y="2037952"/>
              <a:ext cx="56778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1200"/>
                <a:t>Wi-Fi</a:t>
              </a:r>
              <a:endParaRPr kumimoji="1" lang="ja-JP" altLang="en-US" sz="1200"/>
            </a:p>
          </p:txBody>
        </p:sp>
      </p:grpSp>
      <p:pic>
        <p:nvPicPr>
          <p:cNvPr id="8" name="図 7">
            <a:extLst>
              <a:ext uri="{FF2B5EF4-FFF2-40B4-BE49-F238E27FC236}">
                <a16:creationId xmlns:a16="http://schemas.microsoft.com/office/drawing/2014/main" id="{6E56CF6F-11F2-46C4-8F06-62E0447C773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554" y="2301478"/>
            <a:ext cx="613821" cy="616228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A672597-6FC3-4F46-BDC4-98719EFD08C4}"/>
              </a:ext>
            </a:extLst>
          </p:cNvPr>
          <p:cNvSpPr txBox="1"/>
          <p:nvPr/>
        </p:nvSpPr>
        <p:spPr>
          <a:xfrm>
            <a:off x="1809056" y="2351778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600"/>
              <a:t>Wi-Fi</a:t>
            </a:r>
          </a:p>
          <a:p>
            <a:pPr algn="ctr"/>
            <a:r>
              <a:rPr kumimoji="1" lang="ja-JP" altLang="en-US" sz="1600"/>
              <a:t>アクセスポイント</a:t>
            </a:r>
          </a:p>
        </p:txBody>
      </p:sp>
      <p:pic>
        <p:nvPicPr>
          <p:cNvPr id="10" name="Picture 4" descr="é¢é£ç»å">
            <a:extLst>
              <a:ext uri="{FF2B5EF4-FFF2-40B4-BE49-F238E27FC236}">
                <a16:creationId xmlns:a16="http://schemas.microsoft.com/office/drawing/2014/main" id="{9F085F75-597D-4625-AC02-C05B74E97E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1848" y="3616793"/>
            <a:ext cx="1191231" cy="1191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BC1AD8B-3C30-4FB5-AB51-E0E561043196}"/>
              </a:ext>
            </a:extLst>
          </p:cNvPr>
          <p:cNvSpPr txBox="1"/>
          <p:nvPr/>
        </p:nvSpPr>
        <p:spPr>
          <a:xfrm>
            <a:off x="2540778" y="4850424"/>
            <a:ext cx="26548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2400"/>
              <a:t>Azure IoT Central</a:t>
            </a:r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E5E9EA75-CB38-410E-B27B-A8FF44F41C21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3767465" y="1553223"/>
            <a:ext cx="0" cy="748255"/>
          </a:xfrm>
          <a:prstGeom prst="line">
            <a:avLst/>
          </a:prstGeom>
          <a:ln w="76200" cap="rnd">
            <a:solidFill>
              <a:schemeClr val="bg1">
                <a:lumMod val="50000"/>
              </a:schemeClr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3956F194-A62D-42BD-A689-7D67D7F29AB9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3767465" y="2917706"/>
            <a:ext cx="0" cy="649529"/>
          </a:xfrm>
          <a:prstGeom prst="line">
            <a:avLst/>
          </a:prstGeom>
          <a:ln w="76200" cap="rnd">
            <a:solidFill>
              <a:schemeClr val="bg1">
                <a:lumMod val="50000"/>
              </a:schemeClr>
            </a:solidFill>
            <a:prstDash val="solid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ãazure monitorãã®ç»åæ¤ç´¢çµæ">
            <a:extLst>
              <a:ext uri="{FF2B5EF4-FFF2-40B4-BE49-F238E27FC236}">
                <a16:creationId xmlns:a16="http://schemas.microsoft.com/office/drawing/2014/main" id="{F981C027-7EFB-4D51-9384-9987BFAF3C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1018" y="2628902"/>
            <a:ext cx="1191232" cy="1191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1EC47493-46D9-4A55-975C-B219F4637202}"/>
              </a:ext>
            </a:extLst>
          </p:cNvPr>
          <p:cNvSpPr txBox="1"/>
          <p:nvPr/>
        </p:nvSpPr>
        <p:spPr>
          <a:xfrm>
            <a:off x="6114027" y="3911816"/>
            <a:ext cx="218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2400"/>
              <a:t>Azure Monitor</a:t>
            </a:r>
            <a:endParaRPr kumimoji="1" lang="ja-JP" altLang="en-US" sz="1600"/>
          </a:p>
        </p:txBody>
      </p:sp>
      <p:pic>
        <p:nvPicPr>
          <p:cNvPr id="1028" name="Picture 4" descr="ãazure functions site:docs.microsoft.comãã®ç»åæ¤ç´¢çµæ">
            <a:extLst>
              <a:ext uri="{FF2B5EF4-FFF2-40B4-BE49-F238E27FC236}">
                <a16:creationId xmlns:a16="http://schemas.microsoft.com/office/drawing/2014/main" id="{2FF24F8B-17BC-4AB1-90BC-CD659AA816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1018" y="4732572"/>
            <a:ext cx="1191232" cy="1191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EDFC0FCC-7A42-43F0-AB92-BEB6683932B5}"/>
              </a:ext>
            </a:extLst>
          </p:cNvPr>
          <p:cNvSpPr txBox="1"/>
          <p:nvPr/>
        </p:nvSpPr>
        <p:spPr>
          <a:xfrm>
            <a:off x="5967353" y="5821230"/>
            <a:ext cx="24785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2400"/>
              <a:t>Azure Functions</a:t>
            </a:r>
            <a:endParaRPr kumimoji="1" lang="ja-JP" altLang="en-US" sz="1600"/>
          </a:p>
        </p:txBody>
      </p:sp>
      <p:pic>
        <p:nvPicPr>
          <p:cNvPr id="31" name="図 30" descr="モニター, 座っている, 室内 が含まれている画像&#10;&#10;自動的に生成された説明">
            <a:extLst>
              <a:ext uri="{FF2B5EF4-FFF2-40B4-BE49-F238E27FC236}">
                <a16:creationId xmlns:a16="http://schemas.microsoft.com/office/drawing/2014/main" id="{5957F100-9BBC-47FD-8FE8-35F02ADAA0F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0697" y="2624769"/>
            <a:ext cx="1214437" cy="1219199"/>
          </a:xfrm>
          <a:prstGeom prst="rect">
            <a:avLst/>
          </a:prstGeom>
        </p:spPr>
      </p:pic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45C3F1B9-CC05-4613-9111-B2FEFBE92BCC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7934518" y="3234369"/>
            <a:ext cx="1706179" cy="0"/>
          </a:xfrm>
          <a:prstGeom prst="line">
            <a:avLst/>
          </a:prstGeom>
          <a:ln w="76200" cap="rnd">
            <a:solidFill>
              <a:schemeClr val="bg1">
                <a:lumMod val="50000"/>
              </a:schemeClr>
            </a:solidFill>
            <a:prstDash val="solid"/>
            <a:round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CF0EB449-F043-4906-9597-03587A59194B}"/>
              </a:ext>
            </a:extLst>
          </p:cNvPr>
          <p:cNvCxnSpPr>
            <a:cxnSpLocks/>
            <a:stCxn id="10" idx="3"/>
            <a:endCxn id="1026" idx="1"/>
          </p:cNvCxnSpPr>
          <p:nvPr/>
        </p:nvCxnSpPr>
        <p:spPr>
          <a:xfrm flipV="1">
            <a:off x="4363079" y="3224518"/>
            <a:ext cx="2247939" cy="987891"/>
          </a:xfrm>
          <a:prstGeom prst="bentConnector3">
            <a:avLst>
              <a:gd name="adj1" fmla="val 50000"/>
            </a:avLst>
          </a:prstGeom>
          <a:ln w="76200" cap="rnd">
            <a:solidFill>
              <a:schemeClr val="bg1">
                <a:lumMod val="50000"/>
              </a:schemeClr>
            </a:solidFill>
            <a:prstDash val="solid"/>
            <a:round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37">
            <a:extLst>
              <a:ext uri="{FF2B5EF4-FFF2-40B4-BE49-F238E27FC236}">
                <a16:creationId xmlns:a16="http://schemas.microsoft.com/office/drawing/2014/main" id="{2F483A7C-14EF-490B-AA64-7A0E7E146E1E}"/>
              </a:ext>
            </a:extLst>
          </p:cNvPr>
          <p:cNvCxnSpPr>
            <a:cxnSpLocks/>
            <a:stCxn id="10" idx="3"/>
            <a:endCxn id="1028" idx="1"/>
          </p:cNvCxnSpPr>
          <p:nvPr/>
        </p:nvCxnSpPr>
        <p:spPr>
          <a:xfrm>
            <a:off x="4363079" y="4212409"/>
            <a:ext cx="2247939" cy="1115779"/>
          </a:xfrm>
          <a:prstGeom prst="bentConnector3">
            <a:avLst>
              <a:gd name="adj1" fmla="val 50000"/>
            </a:avLst>
          </a:prstGeom>
          <a:ln w="76200" cap="rnd">
            <a:solidFill>
              <a:schemeClr val="bg1">
                <a:lumMod val="50000"/>
              </a:schemeClr>
            </a:solidFill>
            <a:prstDash val="solid"/>
            <a:round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464CD250-9854-406A-8F3C-362ACF03ED81}"/>
              </a:ext>
            </a:extLst>
          </p:cNvPr>
          <p:cNvSpPr txBox="1"/>
          <p:nvPr/>
        </p:nvSpPr>
        <p:spPr>
          <a:xfrm>
            <a:off x="1128693" y="5934346"/>
            <a:ext cx="9893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2400"/>
              <a:t>Azure</a:t>
            </a:r>
          </a:p>
        </p:txBody>
      </p:sp>
      <p:sp>
        <p:nvSpPr>
          <p:cNvPr id="80" name="テキスト ボックス 79">
            <a:extLst>
              <a:ext uri="{FF2B5EF4-FFF2-40B4-BE49-F238E27FC236}">
                <a16:creationId xmlns:a16="http://schemas.microsoft.com/office/drawing/2014/main" id="{4670F627-B2DF-4E96-9BAC-FB264586C02D}"/>
              </a:ext>
            </a:extLst>
          </p:cNvPr>
          <p:cNvSpPr txBox="1"/>
          <p:nvPr/>
        </p:nvSpPr>
        <p:spPr>
          <a:xfrm>
            <a:off x="9078366" y="3911815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2400"/>
              <a:t>スマートフォン</a:t>
            </a:r>
          </a:p>
        </p:txBody>
      </p: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01E26A53-CD3A-4785-A50B-4251B6AEEA08}"/>
              </a:ext>
            </a:extLst>
          </p:cNvPr>
          <p:cNvSpPr txBox="1"/>
          <p:nvPr/>
        </p:nvSpPr>
        <p:spPr>
          <a:xfrm>
            <a:off x="7908970" y="2880283"/>
            <a:ext cx="6303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600"/>
              <a:t>SMS</a:t>
            </a:r>
            <a:endParaRPr kumimoji="1" lang="ja-JP" altLang="en-US" sz="160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55AC568-7FD5-8217-645F-437C353AE713}"/>
              </a:ext>
            </a:extLst>
          </p:cNvPr>
          <p:cNvSpPr/>
          <p:nvPr/>
        </p:nvSpPr>
        <p:spPr>
          <a:xfrm>
            <a:off x="5881036" y="4531266"/>
            <a:ext cx="3197327" cy="1751626"/>
          </a:xfrm>
          <a:prstGeom prst="rect">
            <a:avLst/>
          </a:prstGeom>
          <a:solidFill>
            <a:srgbClr val="7F7F7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B4A3115-EA67-100B-B701-4AB899F401AE}"/>
              </a:ext>
            </a:extLst>
          </p:cNvPr>
          <p:cNvSpPr txBox="1"/>
          <p:nvPr/>
        </p:nvSpPr>
        <p:spPr>
          <a:xfrm>
            <a:off x="9078363" y="591356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本テキスト未対応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5295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C4E8CA87-D60E-2246-25E5-F3A0ABF63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715" y="0"/>
            <a:ext cx="11584569" cy="6858000"/>
          </a:xfrm>
          <a:prstGeom prst="rect">
            <a:avLst/>
          </a:prstGeom>
        </p:spPr>
      </p:pic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73C4E87F-8B8E-459C-A03C-8DD26369F78A}"/>
              </a:ext>
            </a:extLst>
          </p:cNvPr>
          <p:cNvCxnSpPr>
            <a:cxnSpLocks/>
          </p:cNvCxnSpPr>
          <p:nvPr/>
        </p:nvCxnSpPr>
        <p:spPr>
          <a:xfrm>
            <a:off x="382150" y="2056827"/>
            <a:ext cx="94236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45334EA-CB53-40B0-8A5B-8717743D460C}"/>
              </a:ext>
            </a:extLst>
          </p:cNvPr>
          <p:cNvSpPr txBox="1"/>
          <p:nvPr/>
        </p:nvSpPr>
        <p:spPr>
          <a:xfrm>
            <a:off x="0" y="1765570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9E2A1C9F-26E3-3509-767C-AD1289E462C9}"/>
              </a:ext>
            </a:extLst>
          </p:cNvPr>
          <p:cNvCxnSpPr>
            <a:cxnSpLocks/>
          </p:cNvCxnSpPr>
          <p:nvPr/>
        </p:nvCxnSpPr>
        <p:spPr>
          <a:xfrm>
            <a:off x="1655147" y="1241190"/>
            <a:ext cx="126673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ECE7255-0899-7261-46D3-F8B5CD2331C5}"/>
              </a:ext>
            </a:extLst>
          </p:cNvPr>
          <p:cNvSpPr txBox="1"/>
          <p:nvPr/>
        </p:nvSpPr>
        <p:spPr>
          <a:xfrm>
            <a:off x="1272997" y="94993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28388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5D324CB6-FD01-5D27-5732-497C633EF0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715" y="0"/>
            <a:ext cx="11584569" cy="6858000"/>
          </a:xfrm>
          <a:prstGeom prst="rect">
            <a:avLst/>
          </a:prstGeom>
        </p:spPr>
      </p:pic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5CC54420-E65E-1841-183E-0BBBA5557C74}"/>
              </a:ext>
            </a:extLst>
          </p:cNvPr>
          <p:cNvCxnSpPr>
            <a:cxnSpLocks/>
          </p:cNvCxnSpPr>
          <p:nvPr/>
        </p:nvCxnSpPr>
        <p:spPr>
          <a:xfrm>
            <a:off x="1947412" y="3655862"/>
            <a:ext cx="94236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00ECD69-C178-7E78-6B10-F465111AC717}"/>
              </a:ext>
            </a:extLst>
          </p:cNvPr>
          <p:cNvSpPr txBox="1"/>
          <p:nvPr/>
        </p:nvSpPr>
        <p:spPr>
          <a:xfrm>
            <a:off x="1565262" y="3364605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3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8323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AF64565E-AFCE-7225-7270-2B44ED2CBA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715" y="0"/>
            <a:ext cx="11584569" cy="6858000"/>
          </a:xfrm>
          <a:prstGeom prst="rect">
            <a:avLst/>
          </a:prstGeom>
        </p:spPr>
      </p:pic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923B4509-CA15-19E0-B406-6B54C1547AC1}"/>
              </a:ext>
            </a:extLst>
          </p:cNvPr>
          <p:cNvCxnSpPr>
            <a:cxnSpLocks/>
          </p:cNvCxnSpPr>
          <p:nvPr/>
        </p:nvCxnSpPr>
        <p:spPr>
          <a:xfrm>
            <a:off x="1649481" y="2466865"/>
            <a:ext cx="143004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1C088E9-A4EB-D5DA-1F4E-3990502EADC4}"/>
              </a:ext>
            </a:extLst>
          </p:cNvPr>
          <p:cNvSpPr txBox="1"/>
          <p:nvPr/>
        </p:nvSpPr>
        <p:spPr>
          <a:xfrm>
            <a:off x="1267331" y="2175608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4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26561055-46C9-53B8-67A5-3E3B2EC9C925}"/>
              </a:ext>
            </a:extLst>
          </p:cNvPr>
          <p:cNvCxnSpPr>
            <a:cxnSpLocks/>
          </p:cNvCxnSpPr>
          <p:nvPr/>
        </p:nvCxnSpPr>
        <p:spPr>
          <a:xfrm>
            <a:off x="1649481" y="2938865"/>
            <a:ext cx="143004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CD0B15E7-EDC0-AA4E-53BD-A4AEF0930785}"/>
              </a:ext>
            </a:extLst>
          </p:cNvPr>
          <p:cNvCxnSpPr>
            <a:cxnSpLocks/>
          </p:cNvCxnSpPr>
          <p:nvPr/>
        </p:nvCxnSpPr>
        <p:spPr>
          <a:xfrm>
            <a:off x="1627331" y="3840386"/>
            <a:ext cx="71662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9308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B8B58BB-5F56-9C09-8320-0A1BAF79A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715" y="0"/>
            <a:ext cx="11584569" cy="6858000"/>
          </a:xfrm>
          <a:prstGeom prst="rect">
            <a:avLst/>
          </a:prstGeom>
        </p:spPr>
      </p:pic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F9F1AE53-ECB1-2463-91AF-2F1E6EF58D34}"/>
              </a:ext>
            </a:extLst>
          </p:cNvPr>
          <p:cNvCxnSpPr>
            <a:cxnSpLocks/>
          </p:cNvCxnSpPr>
          <p:nvPr/>
        </p:nvCxnSpPr>
        <p:spPr>
          <a:xfrm>
            <a:off x="1649481" y="4527484"/>
            <a:ext cx="143004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107E420A-134C-69BD-3B3E-E8A016E0C97E}"/>
              </a:ext>
            </a:extLst>
          </p:cNvPr>
          <p:cNvCxnSpPr>
            <a:cxnSpLocks/>
          </p:cNvCxnSpPr>
          <p:nvPr/>
        </p:nvCxnSpPr>
        <p:spPr>
          <a:xfrm>
            <a:off x="1649481" y="5107033"/>
            <a:ext cx="143004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1840DF8F-09AC-82B5-E299-19CBD1F652A1}"/>
              </a:ext>
            </a:extLst>
          </p:cNvPr>
          <p:cNvCxnSpPr>
            <a:cxnSpLocks/>
          </p:cNvCxnSpPr>
          <p:nvPr/>
        </p:nvCxnSpPr>
        <p:spPr>
          <a:xfrm>
            <a:off x="1649481" y="5557793"/>
            <a:ext cx="143004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BFA591A7-36D1-1342-FDE4-30AE084A96C8}"/>
              </a:ext>
            </a:extLst>
          </p:cNvPr>
          <p:cNvCxnSpPr>
            <a:cxnSpLocks/>
          </p:cNvCxnSpPr>
          <p:nvPr/>
        </p:nvCxnSpPr>
        <p:spPr>
          <a:xfrm>
            <a:off x="1649481" y="6750620"/>
            <a:ext cx="41113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E814F416-E37B-42F0-481D-E0CCB6C85418}"/>
              </a:ext>
            </a:extLst>
          </p:cNvPr>
          <p:cNvSpPr txBox="1"/>
          <p:nvPr/>
        </p:nvSpPr>
        <p:spPr>
          <a:xfrm>
            <a:off x="1267331" y="645936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5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0215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40E3DF55-5E2E-542C-EACF-EC1255D26C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715" y="0"/>
            <a:ext cx="115845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5035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FBB2EE02-CF93-6913-4847-38E328413F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715" y="0"/>
            <a:ext cx="11584569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E13909A2-100A-426C-BDB7-3DF359D103B7}"/>
              </a:ext>
            </a:extLst>
          </p:cNvPr>
          <p:cNvCxnSpPr>
            <a:cxnSpLocks/>
          </p:cNvCxnSpPr>
          <p:nvPr/>
        </p:nvCxnSpPr>
        <p:spPr>
          <a:xfrm>
            <a:off x="382150" y="2819332"/>
            <a:ext cx="158172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300E456-371D-440B-BFE9-7BF0938187A6}"/>
              </a:ext>
            </a:extLst>
          </p:cNvPr>
          <p:cNvSpPr txBox="1"/>
          <p:nvPr/>
        </p:nvSpPr>
        <p:spPr>
          <a:xfrm>
            <a:off x="0" y="2528075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39DCD035-C353-4420-9A6B-68AC35110048}"/>
              </a:ext>
            </a:extLst>
          </p:cNvPr>
          <p:cNvCxnSpPr>
            <a:cxnSpLocks/>
          </p:cNvCxnSpPr>
          <p:nvPr/>
        </p:nvCxnSpPr>
        <p:spPr>
          <a:xfrm>
            <a:off x="2176144" y="1393982"/>
            <a:ext cx="57883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3BDD31B-7E53-42E0-9CA0-48DB1046CB3E}"/>
              </a:ext>
            </a:extLst>
          </p:cNvPr>
          <p:cNvSpPr txBox="1"/>
          <p:nvPr/>
        </p:nvSpPr>
        <p:spPr>
          <a:xfrm>
            <a:off x="1793994" y="1102725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70118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DFF40903-6619-35A0-F499-37FA0EFE8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715" y="0"/>
            <a:ext cx="11584569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C4BE9DDA-ACAC-41A5-AFB9-E66A90B99637}"/>
              </a:ext>
            </a:extLst>
          </p:cNvPr>
          <p:cNvCxnSpPr>
            <a:cxnSpLocks/>
          </p:cNvCxnSpPr>
          <p:nvPr/>
        </p:nvCxnSpPr>
        <p:spPr>
          <a:xfrm>
            <a:off x="4910774" y="4476947"/>
            <a:ext cx="81333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3C629E9-6112-400F-A748-0A5073CBB38A}"/>
              </a:ext>
            </a:extLst>
          </p:cNvPr>
          <p:cNvSpPr txBox="1"/>
          <p:nvPr/>
        </p:nvSpPr>
        <p:spPr>
          <a:xfrm>
            <a:off x="4528624" y="4185690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3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CE2FC1FF-C41E-4CA9-53F8-63D17EBFB995}"/>
              </a:ext>
            </a:extLst>
          </p:cNvPr>
          <p:cNvCxnSpPr>
            <a:cxnSpLocks/>
          </p:cNvCxnSpPr>
          <p:nvPr/>
        </p:nvCxnSpPr>
        <p:spPr>
          <a:xfrm>
            <a:off x="4744944" y="6692114"/>
            <a:ext cx="117038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53BC5D7-F51F-937A-834C-FD63AAC0BA22}"/>
              </a:ext>
            </a:extLst>
          </p:cNvPr>
          <p:cNvSpPr txBox="1"/>
          <p:nvPr/>
        </p:nvSpPr>
        <p:spPr>
          <a:xfrm>
            <a:off x="4362794" y="6400857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4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4753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F740F2DA-0082-180D-3F57-F495247E1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715" y="0"/>
            <a:ext cx="11584569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EC7E9FFF-43A4-4B73-9DE7-2262E24851C2}"/>
              </a:ext>
            </a:extLst>
          </p:cNvPr>
          <p:cNvCxnSpPr>
            <a:cxnSpLocks/>
          </p:cNvCxnSpPr>
          <p:nvPr/>
        </p:nvCxnSpPr>
        <p:spPr>
          <a:xfrm>
            <a:off x="4798827" y="2460945"/>
            <a:ext cx="76044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35DD289-AC4F-4CEE-8DCC-C8465DC649F2}"/>
              </a:ext>
            </a:extLst>
          </p:cNvPr>
          <p:cNvSpPr txBox="1"/>
          <p:nvPr/>
        </p:nvSpPr>
        <p:spPr>
          <a:xfrm>
            <a:off x="4416677" y="2169688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5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7FE325FC-2789-48AC-924B-624A623E8537}"/>
              </a:ext>
            </a:extLst>
          </p:cNvPr>
          <p:cNvCxnSpPr>
            <a:cxnSpLocks/>
          </p:cNvCxnSpPr>
          <p:nvPr/>
        </p:nvCxnSpPr>
        <p:spPr>
          <a:xfrm>
            <a:off x="6495215" y="6700894"/>
            <a:ext cx="85200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397E127-CEF7-4FCA-B4D6-298A1CF02A02}"/>
              </a:ext>
            </a:extLst>
          </p:cNvPr>
          <p:cNvSpPr txBox="1"/>
          <p:nvPr/>
        </p:nvSpPr>
        <p:spPr>
          <a:xfrm>
            <a:off x="6113065" y="6409637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altLang="ja-JP" b="1">
                <a:solidFill>
                  <a:schemeClr val="bg1"/>
                </a:solidFill>
              </a:rPr>
              <a:t>6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5901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4906690-BE93-5E25-B8AB-742AC400F8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715" y="0"/>
            <a:ext cx="11584569" cy="6858000"/>
          </a:xfrm>
          <a:prstGeom prst="rect">
            <a:avLst/>
          </a:prstGeom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C8C4EF3-C3B6-EB55-2EAD-BEEDDBBE6F46}"/>
              </a:ext>
            </a:extLst>
          </p:cNvPr>
          <p:cNvCxnSpPr>
            <a:cxnSpLocks/>
          </p:cNvCxnSpPr>
          <p:nvPr/>
        </p:nvCxnSpPr>
        <p:spPr>
          <a:xfrm>
            <a:off x="6500055" y="6702756"/>
            <a:ext cx="43822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B92A721-2A62-49D4-D5AF-73BB50996D4D}"/>
              </a:ext>
            </a:extLst>
          </p:cNvPr>
          <p:cNvSpPr txBox="1"/>
          <p:nvPr/>
        </p:nvSpPr>
        <p:spPr>
          <a:xfrm>
            <a:off x="6117905" y="6411499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7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96983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F69FA326-5F95-2ADA-4094-E1FB08D62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715" y="0"/>
            <a:ext cx="115845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29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2815F-D3D7-BA61-CA2D-734FF10FD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7307A51C-4DC6-4A72-451A-4D3D665443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715" y="0"/>
            <a:ext cx="11584569" cy="6858000"/>
          </a:xfrm>
          <a:prstGeom prst="rect">
            <a:avLst/>
          </a:prstGeom>
        </p:spPr>
      </p:pic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0F0CFF7C-534B-F389-2183-A746611A33EF}"/>
              </a:ext>
            </a:extLst>
          </p:cNvPr>
          <p:cNvCxnSpPr>
            <a:cxnSpLocks/>
          </p:cNvCxnSpPr>
          <p:nvPr/>
        </p:nvCxnSpPr>
        <p:spPr>
          <a:xfrm>
            <a:off x="2507603" y="4873956"/>
            <a:ext cx="102120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8C3B504-9AC3-C057-1784-33C513EFD3BC}"/>
              </a:ext>
            </a:extLst>
          </p:cNvPr>
          <p:cNvSpPr txBox="1"/>
          <p:nvPr/>
        </p:nvSpPr>
        <p:spPr>
          <a:xfrm>
            <a:off x="2125453" y="4582699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60916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E32822A-046D-3AA3-695C-4E0F8835F3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715" y="0"/>
            <a:ext cx="11584569" cy="6858000"/>
          </a:xfrm>
          <a:prstGeom prst="rect">
            <a:avLst/>
          </a:prstGeom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53432A7-B4BF-AA6C-F541-A908E6DBFC6A}"/>
              </a:ext>
            </a:extLst>
          </p:cNvPr>
          <p:cNvCxnSpPr>
            <a:cxnSpLocks/>
          </p:cNvCxnSpPr>
          <p:nvPr/>
        </p:nvCxnSpPr>
        <p:spPr>
          <a:xfrm>
            <a:off x="5512674" y="3573190"/>
            <a:ext cx="82373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1BA5A10-D665-3D92-5DB8-2B8560FD83F6}"/>
              </a:ext>
            </a:extLst>
          </p:cNvPr>
          <p:cNvSpPr txBox="1"/>
          <p:nvPr/>
        </p:nvSpPr>
        <p:spPr>
          <a:xfrm>
            <a:off x="5130524" y="328193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97393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423CD47A-4E5F-49FA-B7CE-9E34097B9A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22"/>
            <a:ext cx="12192000" cy="6843356"/>
          </a:xfrm>
          <a:prstGeom prst="rect">
            <a:avLst/>
          </a:prstGeom>
        </p:spPr>
      </p:pic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B42BAFCD-09A3-EA8F-2F2B-4ECFE2CAC854}"/>
              </a:ext>
            </a:extLst>
          </p:cNvPr>
          <p:cNvCxnSpPr>
            <a:cxnSpLocks/>
          </p:cNvCxnSpPr>
          <p:nvPr/>
        </p:nvCxnSpPr>
        <p:spPr>
          <a:xfrm>
            <a:off x="4570366" y="4356655"/>
            <a:ext cx="650546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78CA0BB-93AA-AC61-4F2B-3A4D6D8F0B3B}"/>
              </a:ext>
            </a:extLst>
          </p:cNvPr>
          <p:cNvSpPr txBox="1"/>
          <p:nvPr/>
        </p:nvSpPr>
        <p:spPr>
          <a:xfrm>
            <a:off x="4188216" y="4065398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3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CBB9C5B6-68CA-E6CB-F12D-89B8E3A0697E}"/>
              </a:ext>
            </a:extLst>
          </p:cNvPr>
          <p:cNvCxnSpPr>
            <a:cxnSpLocks/>
          </p:cNvCxnSpPr>
          <p:nvPr/>
        </p:nvCxnSpPr>
        <p:spPr>
          <a:xfrm>
            <a:off x="4570366" y="5309692"/>
            <a:ext cx="89027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7B425EB1-620E-5DA1-FC2E-E4F9AF3E5105}"/>
              </a:ext>
            </a:extLst>
          </p:cNvPr>
          <p:cNvCxnSpPr>
            <a:cxnSpLocks/>
          </p:cNvCxnSpPr>
          <p:nvPr/>
        </p:nvCxnSpPr>
        <p:spPr>
          <a:xfrm>
            <a:off x="11513710" y="4356655"/>
            <a:ext cx="34772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969F944C-5D2F-6DF3-6243-C12A5C744CAE}"/>
              </a:ext>
            </a:extLst>
          </p:cNvPr>
          <p:cNvCxnSpPr>
            <a:cxnSpLocks/>
          </p:cNvCxnSpPr>
          <p:nvPr/>
        </p:nvCxnSpPr>
        <p:spPr>
          <a:xfrm>
            <a:off x="4570366" y="3583922"/>
            <a:ext cx="55542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23EE5F98-DD97-FA57-5F4F-E81A2AB98F78}"/>
              </a:ext>
            </a:extLst>
          </p:cNvPr>
          <p:cNvSpPr txBox="1"/>
          <p:nvPr/>
        </p:nvSpPr>
        <p:spPr>
          <a:xfrm>
            <a:off x="4188216" y="3292665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4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1AE4F81B-8477-2146-408A-4B87B6705407}"/>
              </a:ext>
            </a:extLst>
          </p:cNvPr>
          <p:cNvCxnSpPr>
            <a:cxnSpLocks/>
          </p:cNvCxnSpPr>
          <p:nvPr/>
        </p:nvCxnSpPr>
        <p:spPr>
          <a:xfrm>
            <a:off x="3952182" y="1394513"/>
            <a:ext cx="55542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DD6DD3BD-858F-50F1-0918-6565097115DC}"/>
              </a:ext>
            </a:extLst>
          </p:cNvPr>
          <p:cNvSpPr txBox="1"/>
          <p:nvPr/>
        </p:nvSpPr>
        <p:spPr>
          <a:xfrm>
            <a:off x="3570032" y="1103256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5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D0B999CE-343B-EC4D-BE87-BEBB527B837D}"/>
              </a:ext>
            </a:extLst>
          </p:cNvPr>
          <p:cNvCxnSpPr>
            <a:cxnSpLocks/>
          </p:cNvCxnSpPr>
          <p:nvPr/>
        </p:nvCxnSpPr>
        <p:spPr>
          <a:xfrm>
            <a:off x="4570366" y="4809042"/>
            <a:ext cx="650546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CBBE86AB-9962-FC64-631A-D22930A5F420}"/>
              </a:ext>
            </a:extLst>
          </p:cNvPr>
          <p:cNvCxnSpPr>
            <a:cxnSpLocks/>
          </p:cNvCxnSpPr>
          <p:nvPr/>
        </p:nvCxnSpPr>
        <p:spPr>
          <a:xfrm>
            <a:off x="11513710" y="4809042"/>
            <a:ext cx="34772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38486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F3C70FB-79EB-C02F-F9CF-C8217444CC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22"/>
            <a:ext cx="12192000" cy="6843356"/>
          </a:xfrm>
          <a:prstGeom prst="rect">
            <a:avLst/>
          </a:prstGeom>
        </p:spPr>
      </p:pic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3A3C3E08-5C02-BC54-AB38-126D64B4EAB3}"/>
              </a:ext>
            </a:extLst>
          </p:cNvPr>
          <p:cNvCxnSpPr>
            <a:cxnSpLocks/>
          </p:cNvCxnSpPr>
          <p:nvPr/>
        </p:nvCxnSpPr>
        <p:spPr>
          <a:xfrm>
            <a:off x="7328764" y="5322571"/>
            <a:ext cx="60693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D8B29A1-C4C7-2AEA-CD3F-59B70CB97EFD}"/>
              </a:ext>
            </a:extLst>
          </p:cNvPr>
          <p:cNvSpPr txBox="1"/>
          <p:nvPr/>
        </p:nvSpPr>
        <p:spPr>
          <a:xfrm>
            <a:off x="6946614" y="5031314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6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87018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C80D90E-10F1-CED3-35CF-2DB7F5243D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22"/>
            <a:ext cx="12192000" cy="6843356"/>
          </a:xfrm>
          <a:prstGeom prst="rect">
            <a:avLst/>
          </a:prstGeom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63F07D4-F747-FF78-C956-441B009EDDAC}"/>
              </a:ext>
            </a:extLst>
          </p:cNvPr>
          <p:cNvCxnSpPr>
            <a:cxnSpLocks/>
          </p:cNvCxnSpPr>
          <p:nvPr/>
        </p:nvCxnSpPr>
        <p:spPr>
          <a:xfrm>
            <a:off x="1996910" y="2798312"/>
            <a:ext cx="60693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7901B67-77D0-3EF9-20BC-B378AE4908E0}"/>
              </a:ext>
            </a:extLst>
          </p:cNvPr>
          <p:cNvSpPr txBox="1"/>
          <p:nvPr/>
        </p:nvSpPr>
        <p:spPr>
          <a:xfrm>
            <a:off x="1614760" y="2507055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7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3822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D3AF12A-1B0E-52AB-5066-1DA0B49A62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22"/>
            <a:ext cx="12192000" cy="6843356"/>
          </a:xfrm>
          <a:prstGeom prst="rect">
            <a:avLst/>
          </a:prstGeom>
        </p:spPr>
      </p:pic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44EB9218-F38A-BE01-7794-BC33DCFE21A3}"/>
              </a:ext>
            </a:extLst>
          </p:cNvPr>
          <p:cNvCxnSpPr>
            <a:cxnSpLocks/>
          </p:cNvCxnSpPr>
          <p:nvPr/>
        </p:nvCxnSpPr>
        <p:spPr>
          <a:xfrm>
            <a:off x="180987" y="2102853"/>
            <a:ext cx="82356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14C7487-FA41-55FD-3EB1-A8793B3363F8}"/>
              </a:ext>
            </a:extLst>
          </p:cNvPr>
          <p:cNvSpPr txBox="1"/>
          <p:nvPr/>
        </p:nvSpPr>
        <p:spPr>
          <a:xfrm>
            <a:off x="-201163" y="1811596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617226F5-0D4E-CD34-16F1-C78D2D141FCA}"/>
              </a:ext>
            </a:extLst>
          </p:cNvPr>
          <p:cNvCxnSpPr>
            <a:cxnSpLocks/>
          </p:cNvCxnSpPr>
          <p:nvPr/>
        </p:nvCxnSpPr>
        <p:spPr>
          <a:xfrm>
            <a:off x="1726451" y="2462853"/>
            <a:ext cx="68189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237012B-316C-B94B-9B8A-92D28D7896AF}"/>
              </a:ext>
            </a:extLst>
          </p:cNvPr>
          <p:cNvSpPr txBox="1"/>
          <p:nvPr/>
        </p:nvSpPr>
        <p:spPr>
          <a:xfrm>
            <a:off x="1344301" y="2171596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B9A1484D-5A33-0854-1317-182CF3258C9B}"/>
              </a:ext>
            </a:extLst>
          </p:cNvPr>
          <p:cNvCxnSpPr>
            <a:cxnSpLocks/>
          </p:cNvCxnSpPr>
          <p:nvPr/>
        </p:nvCxnSpPr>
        <p:spPr>
          <a:xfrm>
            <a:off x="4327983" y="1406785"/>
            <a:ext cx="68189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0B4E9B1-1D1B-BF0E-26B5-B9AB8035B8E6}"/>
              </a:ext>
            </a:extLst>
          </p:cNvPr>
          <p:cNvSpPr txBox="1"/>
          <p:nvPr/>
        </p:nvSpPr>
        <p:spPr>
          <a:xfrm>
            <a:off x="3945833" y="1115528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3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14689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3AC16E-70A9-02B7-E459-BF4F518802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22"/>
            <a:ext cx="12192000" cy="6843356"/>
          </a:xfrm>
          <a:prstGeom prst="rect">
            <a:avLst/>
          </a:prstGeom>
        </p:spPr>
      </p:pic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DEE4A77D-2AAD-0CCE-ECF8-1A708AC1157F}"/>
              </a:ext>
            </a:extLst>
          </p:cNvPr>
          <p:cNvCxnSpPr>
            <a:cxnSpLocks/>
          </p:cNvCxnSpPr>
          <p:nvPr/>
        </p:nvCxnSpPr>
        <p:spPr>
          <a:xfrm>
            <a:off x="3181765" y="2321185"/>
            <a:ext cx="8622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22522B1-50AC-514B-A19E-C60311BAF16E}"/>
              </a:ext>
            </a:extLst>
          </p:cNvPr>
          <p:cNvSpPr txBox="1"/>
          <p:nvPr/>
        </p:nvSpPr>
        <p:spPr>
          <a:xfrm>
            <a:off x="2799615" y="2029928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4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3AD5B0D7-A460-CF3B-A88F-EF0057B21067}"/>
              </a:ext>
            </a:extLst>
          </p:cNvPr>
          <p:cNvCxnSpPr>
            <a:cxnSpLocks/>
          </p:cNvCxnSpPr>
          <p:nvPr/>
        </p:nvCxnSpPr>
        <p:spPr>
          <a:xfrm>
            <a:off x="6968156" y="6403788"/>
            <a:ext cx="8622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E1D500C-3EB9-22C5-A5D3-0D0DE18FC3A5}"/>
              </a:ext>
            </a:extLst>
          </p:cNvPr>
          <p:cNvSpPr txBox="1"/>
          <p:nvPr/>
        </p:nvSpPr>
        <p:spPr>
          <a:xfrm>
            <a:off x="6586006" y="6112531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5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40225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1956F3A-FEEF-2912-8808-D5BB67674B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22"/>
            <a:ext cx="12192000" cy="6843356"/>
          </a:xfrm>
          <a:prstGeom prst="rect">
            <a:avLst/>
          </a:prstGeom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ABC6BDA-1CDF-881F-674F-CB560B4DA708}"/>
              </a:ext>
            </a:extLst>
          </p:cNvPr>
          <p:cNvCxnSpPr>
            <a:cxnSpLocks/>
          </p:cNvCxnSpPr>
          <p:nvPr/>
        </p:nvCxnSpPr>
        <p:spPr>
          <a:xfrm>
            <a:off x="4752990" y="3068160"/>
            <a:ext cx="72053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36B6F05-69A4-CFEB-EEF5-2D0E59072A8C}"/>
              </a:ext>
            </a:extLst>
          </p:cNvPr>
          <p:cNvSpPr txBox="1"/>
          <p:nvPr/>
        </p:nvSpPr>
        <p:spPr>
          <a:xfrm>
            <a:off x="4370840" y="277690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altLang="ja-JP" b="1">
                <a:solidFill>
                  <a:schemeClr val="bg1"/>
                </a:solidFill>
              </a:rPr>
              <a:t>6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06997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650B5E1-6D8C-4A3F-A74C-86994849D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22"/>
            <a:ext cx="12192000" cy="6843356"/>
          </a:xfrm>
          <a:prstGeom prst="rect">
            <a:avLst/>
          </a:prstGeom>
        </p:spPr>
      </p:pic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D1CB274E-B00C-66CB-B074-1B5BE97AFA7C}"/>
              </a:ext>
            </a:extLst>
          </p:cNvPr>
          <p:cNvCxnSpPr>
            <a:cxnSpLocks/>
          </p:cNvCxnSpPr>
          <p:nvPr/>
        </p:nvCxnSpPr>
        <p:spPr>
          <a:xfrm>
            <a:off x="1842362" y="1393906"/>
            <a:ext cx="60462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BF2AB34-C36C-9FE9-E856-F6CF74FC55C1}"/>
              </a:ext>
            </a:extLst>
          </p:cNvPr>
          <p:cNvSpPr txBox="1"/>
          <p:nvPr/>
        </p:nvSpPr>
        <p:spPr>
          <a:xfrm>
            <a:off x="1460212" y="1102649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7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5604E5A3-BD84-68F7-0F64-D1E29D26B237}"/>
              </a:ext>
            </a:extLst>
          </p:cNvPr>
          <p:cNvCxnSpPr>
            <a:cxnSpLocks/>
          </p:cNvCxnSpPr>
          <p:nvPr/>
        </p:nvCxnSpPr>
        <p:spPr>
          <a:xfrm>
            <a:off x="3671165" y="1830297"/>
            <a:ext cx="94896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E0A1723-B478-552F-4742-E81C78F8BC1F}"/>
              </a:ext>
            </a:extLst>
          </p:cNvPr>
          <p:cNvSpPr txBox="1"/>
          <p:nvPr/>
        </p:nvSpPr>
        <p:spPr>
          <a:xfrm>
            <a:off x="3289015" y="1539040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8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5F8001FE-693E-5164-088B-3F83B4274274}"/>
              </a:ext>
            </a:extLst>
          </p:cNvPr>
          <p:cNvCxnSpPr>
            <a:cxnSpLocks/>
          </p:cNvCxnSpPr>
          <p:nvPr/>
        </p:nvCxnSpPr>
        <p:spPr>
          <a:xfrm>
            <a:off x="3671165" y="5083636"/>
            <a:ext cx="296315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3625CC90-98CA-7F26-28D4-BF4637FCC4AD}"/>
              </a:ext>
            </a:extLst>
          </p:cNvPr>
          <p:cNvCxnSpPr>
            <a:cxnSpLocks/>
          </p:cNvCxnSpPr>
          <p:nvPr/>
        </p:nvCxnSpPr>
        <p:spPr>
          <a:xfrm>
            <a:off x="3671165" y="2427064"/>
            <a:ext cx="94896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54394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9AFEF6C7-9A0A-429E-9DBD-E38C381B8A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0" y="571500"/>
            <a:ext cx="5715000" cy="5715000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CB033870-DC3E-40E2-813D-1DF2338A68FE}"/>
              </a:ext>
            </a:extLst>
          </p:cNvPr>
          <p:cNvSpPr/>
          <p:nvPr/>
        </p:nvSpPr>
        <p:spPr>
          <a:xfrm>
            <a:off x="5334000" y="2438400"/>
            <a:ext cx="1701800" cy="17018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65860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13F03CE-8DD3-4D5D-A64C-FD1431597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0" y="571500"/>
            <a:ext cx="5715000" cy="5715000"/>
          </a:xfrm>
          <a:prstGeom prst="rect">
            <a:avLst/>
          </a:prstGeom>
        </p:spPr>
      </p:pic>
      <p:sp>
        <p:nvSpPr>
          <p:cNvPr id="4" name="楕円 3">
            <a:extLst>
              <a:ext uri="{FF2B5EF4-FFF2-40B4-BE49-F238E27FC236}">
                <a16:creationId xmlns:a16="http://schemas.microsoft.com/office/drawing/2014/main" id="{929DD777-0291-4B87-B5BA-C0E5B633D707}"/>
              </a:ext>
            </a:extLst>
          </p:cNvPr>
          <p:cNvSpPr/>
          <p:nvPr/>
        </p:nvSpPr>
        <p:spPr>
          <a:xfrm>
            <a:off x="5334000" y="2438400"/>
            <a:ext cx="1701800" cy="17018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25093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2B2D81CF-BB4F-425A-8C2C-8911AF450F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0" y="571500"/>
            <a:ext cx="5715000" cy="5715000"/>
          </a:xfrm>
          <a:prstGeom prst="rect">
            <a:avLst/>
          </a:prstGeom>
        </p:spPr>
      </p:pic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57A4DEB1-A57E-4F8C-8776-BD8B750AA4E6}"/>
              </a:ext>
            </a:extLst>
          </p:cNvPr>
          <p:cNvCxnSpPr/>
          <p:nvPr/>
        </p:nvCxnSpPr>
        <p:spPr>
          <a:xfrm>
            <a:off x="7162800" y="1397000"/>
            <a:ext cx="0" cy="128270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15831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9941B3F0-13F8-4B57-94FB-AAF396881C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3812" y="176212"/>
            <a:ext cx="4524375" cy="6505575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EACFD0BB-237D-426A-BB56-77577B1EA249}"/>
              </a:ext>
            </a:extLst>
          </p:cNvPr>
          <p:cNvCxnSpPr>
            <a:cxnSpLocks/>
          </p:cNvCxnSpPr>
          <p:nvPr/>
        </p:nvCxnSpPr>
        <p:spPr>
          <a:xfrm>
            <a:off x="5316974" y="1819944"/>
            <a:ext cx="127432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A616CC6F-F1CE-44DC-9838-A1CB60763B22}"/>
              </a:ext>
            </a:extLst>
          </p:cNvPr>
          <p:cNvCxnSpPr>
            <a:cxnSpLocks/>
          </p:cNvCxnSpPr>
          <p:nvPr/>
        </p:nvCxnSpPr>
        <p:spPr>
          <a:xfrm>
            <a:off x="7209274" y="3255044"/>
            <a:ext cx="60122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21522B5-8A9C-4827-9F9D-F17DC51F5190}"/>
              </a:ext>
            </a:extLst>
          </p:cNvPr>
          <p:cNvSpPr txBox="1"/>
          <p:nvPr/>
        </p:nvSpPr>
        <p:spPr>
          <a:xfrm>
            <a:off x="6827124" y="2963787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6930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36E64FB-8264-9322-C8F6-B21DE3A392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715" y="0"/>
            <a:ext cx="11584569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3552A75C-2F4E-4226-9E51-A17AAA4CFEBF}"/>
              </a:ext>
            </a:extLst>
          </p:cNvPr>
          <p:cNvCxnSpPr>
            <a:cxnSpLocks/>
          </p:cNvCxnSpPr>
          <p:nvPr/>
        </p:nvCxnSpPr>
        <p:spPr>
          <a:xfrm>
            <a:off x="2487736" y="638308"/>
            <a:ext cx="69012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749F7E2-E493-426D-8C8F-E33BA25BCF17}"/>
              </a:ext>
            </a:extLst>
          </p:cNvPr>
          <p:cNvSpPr txBox="1"/>
          <p:nvPr/>
        </p:nvSpPr>
        <p:spPr>
          <a:xfrm>
            <a:off x="2105586" y="347051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99BD4CC2-1942-48D0-A7A7-4FA06C6CA923}"/>
              </a:ext>
            </a:extLst>
          </p:cNvPr>
          <p:cNvCxnSpPr>
            <a:cxnSpLocks/>
          </p:cNvCxnSpPr>
          <p:nvPr/>
        </p:nvCxnSpPr>
        <p:spPr>
          <a:xfrm>
            <a:off x="5750937" y="1450391"/>
            <a:ext cx="69012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DB95E7B-5510-4730-BFE7-B8E0654C9DF7}"/>
              </a:ext>
            </a:extLst>
          </p:cNvPr>
          <p:cNvSpPr txBox="1"/>
          <p:nvPr/>
        </p:nvSpPr>
        <p:spPr>
          <a:xfrm>
            <a:off x="5368787" y="1159134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3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08450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89FB5CB3-7BEF-851D-7C14-B1152FD860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715" y="0"/>
            <a:ext cx="11584569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4C15FC0B-62F1-42DE-A288-B1BF91901107}"/>
              </a:ext>
            </a:extLst>
          </p:cNvPr>
          <p:cNvCxnSpPr>
            <a:cxnSpLocks/>
          </p:cNvCxnSpPr>
          <p:nvPr/>
        </p:nvCxnSpPr>
        <p:spPr>
          <a:xfrm>
            <a:off x="3368504" y="1551633"/>
            <a:ext cx="121082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138EB09-A730-4A01-A559-7A9297CB7330}"/>
              </a:ext>
            </a:extLst>
          </p:cNvPr>
          <p:cNvSpPr txBox="1"/>
          <p:nvPr/>
        </p:nvSpPr>
        <p:spPr>
          <a:xfrm>
            <a:off x="2986354" y="1260376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4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7224A69B-D3FA-4D23-89B2-43562B470138}"/>
              </a:ext>
            </a:extLst>
          </p:cNvPr>
          <p:cNvCxnSpPr>
            <a:cxnSpLocks/>
          </p:cNvCxnSpPr>
          <p:nvPr/>
        </p:nvCxnSpPr>
        <p:spPr>
          <a:xfrm>
            <a:off x="3368504" y="2161233"/>
            <a:ext cx="82982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EFB0629F-09A2-40A7-B699-7B8B8BF662DB}"/>
              </a:ext>
            </a:extLst>
          </p:cNvPr>
          <p:cNvCxnSpPr>
            <a:cxnSpLocks/>
          </p:cNvCxnSpPr>
          <p:nvPr/>
        </p:nvCxnSpPr>
        <p:spPr>
          <a:xfrm>
            <a:off x="3045741" y="3187248"/>
            <a:ext cx="43706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C7DCDC5-CF5F-4A76-A725-CDA2FA8F12EA}"/>
              </a:ext>
            </a:extLst>
          </p:cNvPr>
          <p:cNvSpPr txBox="1"/>
          <p:nvPr/>
        </p:nvSpPr>
        <p:spPr>
          <a:xfrm>
            <a:off x="2663591" y="2895991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5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99150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4207AD42-464F-181F-052E-AF86A59DB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715" y="0"/>
            <a:ext cx="11584569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A6FDEBBA-1FFE-41A7-9B47-4899841B37B1}"/>
              </a:ext>
            </a:extLst>
          </p:cNvPr>
          <p:cNvCxnSpPr>
            <a:cxnSpLocks/>
          </p:cNvCxnSpPr>
          <p:nvPr/>
        </p:nvCxnSpPr>
        <p:spPr>
          <a:xfrm>
            <a:off x="7313917" y="1920471"/>
            <a:ext cx="53772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19B55A6-85BE-467A-9BCF-4370D94D7C89}"/>
              </a:ext>
            </a:extLst>
          </p:cNvPr>
          <p:cNvSpPr txBox="1"/>
          <p:nvPr/>
        </p:nvSpPr>
        <p:spPr>
          <a:xfrm>
            <a:off x="6931767" y="1629214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6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17556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445B40B6-2280-94D5-8B24-54A7327D4C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715" y="0"/>
            <a:ext cx="11584569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E0FB2785-AF51-4EE4-B6C3-F7A8604E5DA4}"/>
              </a:ext>
            </a:extLst>
          </p:cNvPr>
          <p:cNvCxnSpPr>
            <a:cxnSpLocks/>
          </p:cNvCxnSpPr>
          <p:nvPr/>
        </p:nvCxnSpPr>
        <p:spPr>
          <a:xfrm>
            <a:off x="5490587" y="1920291"/>
            <a:ext cx="121082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AE1293B-DC57-419C-B6ED-5FFE7555D883}"/>
              </a:ext>
            </a:extLst>
          </p:cNvPr>
          <p:cNvSpPr txBox="1"/>
          <p:nvPr/>
        </p:nvSpPr>
        <p:spPr>
          <a:xfrm>
            <a:off x="5108437" y="1629034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altLang="ja-JP" b="1">
                <a:solidFill>
                  <a:schemeClr val="bg1"/>
                </a:solidFill>
              </a:rPr>
              <a:t>7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3346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9902A82E-A803-00D9-1574-47752F8DD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715" y="0"/>
            <a:ext cx="11584569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7B74D8D5-64D4-4015-9CAD-ABC316370167}"/>
              </a:ext>
            </a:extLst>
          </p:cNvPr>
          <p:cNvCxnSpPr>
            <a:cxnSpLocks/>
          </p:cNvCxnSpPr>
          <p:nvPr/>
        </p:nvCxnSpPr>
        <p:spPr>
          <a:xfrm>
            <a:off x="3402779" y="2463530"/>
            <a:ext cx="91021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8C8FA67-ACBD-438B-AFF0-38D99A27476E}"/>
              </a:ext>
            </a:extLst>
          </p:cNvPr>
          <p:cNvSpPr txBox="1"/>
          <p:nvPr/>
        </p:nvSpPr>
        <p:spPr>
          <a:xfrm>
            <a:off x="3020629" y="217227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altLang="ja-JP" b="1">
                <a:solidFill>
                  <a:schemeClr val="bg1"/>
                </a:solidFill>
              </a:rPr>
              <a:t>8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BCD2B59E-0313-4DBB-820A-274245968EFD}"/>
              </a:ext>
            </a:extLst>
          </p:cNvPr>
          <p:cNvCxnSpPr>
            <a:cxnSpLocks/>
          </p:cNvCxnSpPr>
          <p:nvPr/>
        </p:nvCxnSpPr>
        <p:spPr>
          <a:xfrm>
            <a:off x="3402779" y="2780187"/>
            <a:ext cx="91021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AE95F2F5-6365-4C9A-A7D9-722B4EEC6E9D}"/>
              </a:ext>
            </a:extLst>
          </p:cNvPr>
          <p:cNvCxnSpPr>
            <a:cxnSpLocks/>
          </p:cNvCxnSpPr>
          <p:nvPr/>
        </p:nvCxnSpPr>
        <p:spPr>
          <a:xfrm>
            <a:off x="3402779" y="3105144"/>
            <a:ext cx="358991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4723B80D-B11F-4694-AD35-A48967308CC5}"/>
              </a:ext>
            </a:extLst>
          </p:cNvPr>
          <p:cNvCxnSpPr>
            <a:cxnSpLocks/>
          </p:cNvCxnSpPr>
          <p:nvPr/>
        </p:nvCxnSpPr>
        <p:spPr>
          <a:xfrm>
            <a:off x="3042779" y="3675015"/>
            <a:ext cx="47011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0AFA8D5-3889-4F48-99BA-06EBEE643C88}"/>
              </a:ext>
            </a:extLst>
          </p:cNvPr>
          <p:cNvSpPr txBox="1"/>
          <p:nvPr/>
        </p:nvSpPr>
        <p:spPr>
          <a:xfrm>
            <a:off x="2660629" y="3383758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9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18394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1F56C498-3C90-689C-8DB2-4FCE90FD5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715" y="0"/>
            <a:ext cx="11584569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5DF67B0D-04B6-49CB-B38A-ADA150C8942F}"/>
              </a:ext>
            </a:extLst>
          </p:cNvPr>
          <p:cNvCxnSpPr>
            <a:cxnSpLocks/>
          </p:cNvCxnSpPr>
          <p:nvPr/>
        </p:nvCxnSpPr>
        <p:spPr>
          <a:xfrm>
            <a:off x="8835875" y="1919934"/>
            <a:ext cx="73241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0CBA661-4C2B-49A3-B5F7-CC1F8C4B5AEB}"/>
              </a:ext>
            </a:extLst>
          </p:cNvPr>
          <p:cNvSpPr txBox="1"/>
          <p:nvPr/>
        </p:nvSpPr>
        <p:spPr>
          <a:xfrm>
            <a:off x="8453725" y="1628677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10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13256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9EE647F7-48E6-7483-5379-C19A2EF96F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715" y="0"/>
            <a:ext cx="115845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9604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CF26F699-70B5-0A4A-0C34-3CA6D86F5F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22"/>
            <a:ext cx="12192000" cy="6843356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06C96594-7A70-40A2-98A8-12A37CFDE05F}"/>
              </a:ext>
            </a:extLst>
          </p:cNvPr>
          <p:cNvCxnSpPr>
            <a:cxnSpLocks/>
          </p:cNvCxnSpPr>
          <p:nvPr/>
        </p:nvCxnSpPr>
        <p:spPr>
          <a:xfrm>
            <a:off x="227602" y="2108824"/>
            <a:ext cx="91861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143357D-56DB-4511-A786-B19BF2779EBA}"/>
              </a:ext>
            </a:extLst>
          </p:cNvPr>
          <p:cNvSpPr txBox="1"/>
          <p:nvPr/>
        </p:nvSpPr>
        <p:spPr>
          <a:xfrm>
            <a:off x="-154548" y="1817567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E16A29FB-AF4E-4704-8C1B-FF0AC5A79763}"/>
              </a:ext>
            </a:extLst>
          </p:cNvPr>
          <p:cNvCxnSpPr>
            <a:cxnSpLocks/>
          </p:cNvCxnSpPr>
          <p:nvPr/>
        </p:nvCxnSpPr>
        <p:spPr>
          <a:xfrm>
            <a:off x="4726620" y="3069553"/>
            <a:ext cx="79895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86F3C18-BB44-48C1-8077-DA440D339F65}"/>
              </a:ext>
            </a:extLst>
          </p:cNvPr>
          <p:cNvSpPr txBox="1"/>
          <p:nvPr/>
        </p:nvSpPr>
        <p:spPr>
          <a:xfrm>
            <a:off x="4344470" y="2778296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3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BC894328-8BD7-4E60-9862-AF3A369CFF9C}"/>
              </a:ext>
            </a:extLst>
          </p:cNvPr>
          <p:cNvCxnSpPr>
            <a:cxnSpLocks/>
          </p:cNvCxnSpPr>
          <p:nvPr/>
        </p:nvCxnSpPr>
        <p:spPr>
          <a:xfrm>
            <a:off x="1759829" y="2468824"/>
            <a:ext cx="609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E043CE3-DF58-4743-B778-DB5F6E97A672}"/>
              </a:ext>
            </a:extLst>
          </p:cNvPr>
          <p:cNvSpPr txBox="1"/>
          <p:nvPr/>
        </p:nvSpPr>
        <p:spPr>
          <a:xfrm>
            <a:off x="1377679" y="2177567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220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5D958077-669B-56EF-7F42-BD0DA76AE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22"/>
            <a:ext cx="12192000" cy="6843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3344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AE52A-F4D4-3646-1346-392D38817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E5AC23B2-DBB0-0CF7-AFF0-F0E967220A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22"/>
            <a:ext cx="12192000" cy="6843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4117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9825876F-E82B-2510-AA40-A2DFBD598E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49" y="0"/>
            <a:ext cx="11934702" cy="6858000"/>
          </a:xfrm>
          <a:prstGeom prst="rect">
            <a:avLst/>
          </a:prstGeom>
        </p:spPr>
      </p:pic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8B1CD8E7-CF6A-EB60-4B0C-9071403EE227}"/>
              </a:ext>
            </a:extLst>
          </p:cNvPr>
          <p:cNvCxnSpPr>
            <a:cxnSpLocks/>
          </p:cNvCxnSpPr>
          <p:nvPr/>
        </p:nvCxnSpPr>
        <p:spPr>
          <a:xfrm>
            <a:off x="2177384" y="3882353"/>
            <a:ext cx="39956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980C682-BEF4-9C32-06B5-6A89CFC529B4}"/>
              </a:ext>
            </a:extLst>
          </p:cNvPr>
          <p:cNvSpPr txBox="1"/>
          <p:nvPr/>
        </p:nvSpPr>
        <p:spPr>
          <a:xfrm>
            <a:off x="1795234" y="3591096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34091794-24B1-42AC-9CF1-AC78BE21F3D9}"/>
              </a:ext>
            </a:extLst>
          </p:cNvPr>
          <p:cNvCxnSpPr>
            <a:cxnSpLocks/>
          </p:cNvCxnSpPr>
          <p:nvPr/>
        </p:nvCxnSpPr>
        <p:spPr>
          <a:xfrm>
            <a:off x="9538766" y="4722862"/>
            <a:ext cx="112923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28E74D2-DCE0-EFCB-6506-61F551F5AA40}"/>
              </a:ext>
            </a:extLst>
          </p:cNvPr>
          <p:cNvSpPr txBox="1"/>
          <p:nvPr/>
        </p:nvSpPr>
        <p:spPr>
          <a:xfrm>
            <a:off x="9156616" y="4431605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75947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EE2654B1-A3D6-AA98-BAED-46F5C43DA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49" y="0"/>
            <a:ext cx="11934702" cy="6858000"/>
          </a:xfrm>
          <a:prstGeom prst="rect">
            <a:avLst/>
          </a:prstGeom>
        </p:spPr>
      </p:pic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16B9A16C-52FE-2EAC-A980-3E6924BB88B5}"/>
              </a:ext>
            </a:extLst>
          </p:cNvPr>
          <p:cNvCxnSpPr>
            <a:cxnSpLocks/>
          </p:cNvCxnSpPr>
          <p:nvPr/>
        </p:nvCxnSpPr>
        <p:spPr>
          <a:xfrm>
            <a:off x="4745092" y="5249335"/>
            <a:ext cx="215447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66D1973-C8B9-2EF5-E877-258B023BA48D}"/>
              </a:ext>
            </a:extLst>
          </p:cNvPr>
          <p:cNvSpPr txBox="1"/>
          <p:nvPr/>
        </p:nvSpPr>
        <p:spPr>
          <a:xfrm>
            <a:off x="4362942" y="4958078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3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14505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7BD71A1-B466-11AC-101D-428CE8BCCA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49" y="0"/>
            <a:ext cx="11934702" cy="6858000"/>
          </a:xfrm>
          <a:prstGeom prst="rect">
            <a:avLst/>
          </a:prstGeom>
        </p:spPr>
      </p:pic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65A75E09-7E0C-F8AE-7FF3-27037B1FE2B9}"/>
              </a:ext>
            </a:extLst>
          </p:cNvPr>
          <p:cNvCxnSpPr>
            <a:cxnSpLocks/>
          </p:cNvCxnSpPr>
          <p:nvPr/>
        </p:nvCxnSpPr>
        <p:spPr>
          <a:xfrm>
            <a:off x="2325166" y="4242571"/>
            <a:ext cx="62123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9AC0A73-4F17-7693-63F3-85107BA03333}"/>
              </a:ext>
            </a:extLst>
          </p:cNvPr>
          <p:cNvSpPr txBox="1"/>
          <p:nvPr/>
        </p:nvSpPr>
        <p:spPr>
          <a:xfrm>
            <a:off x="1943016" y="3951314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4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86420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AF78678-03AB-E336-B537-F986E7FE1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49" y="0"/>
            <a:ext cx="11934702" cy="6858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E289245-DBB1-F273-BA95-BEC63FD67125}"/>
              </a:ext>
            </a:extLst>
          </p:cNvPr>
          <p:cNvSpPr txBox="1"/>
          <p:nvPr/>
        </p:nvSpPr>
        <p:spPr>
          <a:xfrm>
            <a:off x="1767525" y="2750586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5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C1C1518D-CA81-0202-363F-07F2D639EA2C}"/>
              </a:ext>
            </a:extLst>
          </p:cNvPr>
          <p:cNvCxnSpPr/>
          <p:nvPr/>
        </p:nvCxnSpPr>
        <p:spPr>
          <a:xfrm>
            <a:off x="2503055" y="3110586"/>
            <a:ext cx="2235200" cy="796396"/>
          </a:xfrm>
          <a:prstGeom prst="straightConnector1">
            <a:avLst/>
          </a:prstGeom>
          <a:ln w="3810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11387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EECE779-00F9-3C21-5DD0-6F0EDA2376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49" y="0"/>
            <a:ext cx="11934702" cy="6858000"/>
          </a:xfrm>
          <a:prstGeom prst="rect">
            <a:avLst/>
          </a:prstGeom>
        </p:spPr>
      </p:pic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5ACF21C2-1779-EBE8-5FBB-34179B6AC2B0}"/>
              </a:ext>
            </a:extLst>
          </p:cNvPr>
          <p:cNvCxnSpPr>
            <a:cxnSpLocks/>
          </p:cNvCxnSpPr>
          <p:nvPr/>
        </p:nvCxnSpPr>
        <p:spPr>
          <a:xfrm>
            <a:off x="9529530" y="2025844"/>
            <a:ext cx="62123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CE638E5-391B-6C22-5E2F-42AED6947882}"/>
              </a:ext>
            </a:extLst>
          </p:cNvPr>
          <p:cNvSpPr txBox="1"/>
          <p:nvPr/>
        </p:nvSpPr>
        <p:spPr>
          <a:xfrm>
            <a:off x="9147380" y="1734587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altLang="ja-JP" b="1">
                <a:solidFill>
                  <a:schemeClr val="bg1"/>
                </a:solidFill>
              </a:rPr>
              <a:t>6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92D62B9E-2858-39B6-9CAD-5FDD783A3FEC}"/>
              </a:ext>
            </a:extLst>
          </p:cNvPr>
          <p:cNvCxnSpPr>
            <a:cxnSpLocks/>
          </p:cNvCxnSpPr>
          <p:nvPr/>
        </p:nvCxnSpPr>
        <p:spPr>
          <a:xfrm>
            <a:off x="9529530" y="3469025"/>
            <a:ext cx="62123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DE6AFBE6-1143-1437-BC11-6C45AB8BE1FB}"/>
              </a:ext>
            </a:extLst>
          </p:cNvPr>
          <p:cNvCxnSpPr>
            <a:cxnSpLocks/>
          </p:cNvCxnSpPr>
          <p:nvPr/>
        </p:nvCxnSpPr>
        <p:spPr>
          <a:xfrm>
            <a:off x="9705021" y="6699444"/>
            <a:ext cx="62123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89AD90D-6F27-AB56-8778-55179EB0408D}"/>
              </a:ext>
            </a:extLst>
          </p:cNvPr>
          <p:cNvSpPr txBox="1"/>
          <p:nvPr/>
        </p:nvSpPr>
        <p:spPr>
          <a:xfrm>
            <a:off x="9322871" y="6408187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altLang="ja-JP" b="1">
                <a:solidFill>
                  <a:schemeClr val="bg1"/>
                </a:solidFill>
              </a:rPr>
              <a:t>7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238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93F7C21-C648-81D6-1D12-653888849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49" y="0"/>
            <a:ext cx="11934702" cy="6858000"/>
          </a:xfrm>
          <a:prstGeom prst="rect">
            <a:avLst/>
          </a:prstGeom>
        </p:spPr>
      </p:pic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56ABDFDD-4C99-801E-B785-EEEE03A9D9E1}"/>
              </a:ext>
            </a:extLst>
          </p:cNvPr>
          <p:cNvCxnSpPr>
            <a:cxnSpLocks/>
          </p:cNvCxnSpPr>
          <p:nvPr/>
        </p:nvCxnSpPr>
        <p:spPr>
          <a:xfrm>
            <a:off x="2519130" y="1425480"/>
            <a:ext cx="62123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A55A2D8-B626-4475-8035-4F55292AD16D}"/>
              </a:ext>
            </a:extLst>
          </p:cNvPr>
          <p:cNvSpPr txBox="1"/>
          <p:nvPr/>
        </p:nvSpPr>
        <p:spPr>
          <a:xfrm>
            <a:off x="2136980" y="113422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8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565416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1048DF3-5FC2-2FAB-2DE2-BE4D891209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49" y="0"/>
            <a:ext cx="11934702" cy="6858000"/>
          </a:xfrm>
          <a:prstGeom prst="rect">
            <a:avLst/>
          </a:prstGeom>
        </p:spPr>
      </p:pic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D0B9A400-9171-9348-574F-6CD29B69A118}"/>
              </a:ext>
            </a:extLst>
          </p:cNvPr>
          <p:cNvCxnSpPr>
            <a:cxnSpLocks/>
          </p:cNvCxnSpPr>
          <p:nvPr/>
        </p:nvCxnSpPr>
        <p:spPr>
          <a:xfrm>
            <a:off x="3960003" y="1416244"/>
            <a:ext cx="62123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7B4C657-8421-030C-672B-7E4A04ABF508}"/>
              </a:ext>
            </a:extLst>
          </p:cNvPr>
          <p:cNvSpPr txBox="1"/>
          <p:nvPr/>
        </p:nvSpPr>
        <p:spPr>
          <a:xfrm>
            <a:off x="3577853" y="1124987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9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29394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6050F36A-3DF8-169B-9170-BB8CADAC3D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49" y="0"/>
            <a:ext cx="11934702" cy="6858000"/>
          </a:xfrm>
          <a:prstGeom prst="rect">
            <a:avLst/>
          </a:prstGeom>
        </p:spPr>
      </p:pic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DDF3F8FC-8EF7-FEC4-1E5D-5FCCA5AC002B}"/>
              </a:ext>
            </a:extLst>
          </p:cNvPr>
          <p:cNvCxnSpPr>
            <a:cxnSpLocks/>
          </p:cNvCxnSpPr>
          <p:nvPr/>
        </p:nvCxnSpPr>
        <p:spPr>
          <a:xfrm>
            <a:off x="7303566" y="5313989"/>
            <a:ext cx="62123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5F05A34-086D-0444-D51F-4F04E4F3FCA3}"/>
              </a:ext>
            </a:extLst>
          </p:cNvPr>
          <p:cNvSpPr txBox="1"/>
          <p:nvPr/>
        </p:nvSpPr>
        <p:spPr>
          <a:xfrm>
            <a:off x="6921416" y="5022732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altLang="ja-JP" b="1">
                <a:solidFill>
                  <a:schemeClr val="bg1"/>
                </a:solidFill>
              </a:rPr>
              <a:t>10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57512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E0D2CA7-C35F-3FFD-A916-EA55829132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49" y="0"/>
            <a:ext cx="119347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28066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AA23864-22F3-4ADC-AF09-EEE626F78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689" y="0"/>
            <a:ext cx="6956622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4AD3BD08-9D3D-4D33-95AB-005B4F65B231}"/>
              </a:ext>
            </a:extLst>
          </p:cNvPr>
          <p:cNvCxnSpPr>
            <a:cxnSpLocks/>
          </p:cNvCxnSpPr>
          <p:nvPr/>
        </p:nvCxnSpPr>
        <p:spPr>
          <a:xfrm>
            <a:off x="2915456" y="3453064"/>
            <a:ext cx="119934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6FC4042-602C-4B38-B54D-94C3023D2923}"/>
              </a:ext>
            </a:extLst>
          </p:cNvPr>
          <p:cNvSpPr txBox="1"/>
          <p:nvPr/>
        </p:nvSpPr>
        <p:spPr>
          <a:xfrm>
            <a:off x="2533306" y="3161807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90C068B5-7996-4251-A67E-3272EBD93959}"/>
              </a:ext>
            </a:extLst>
          </p:cNvPr>
          <p:cNvCxnSpPr>
            <a:cxnSpLocks/>
          </p:cNvCxnSpPr>
          <p:nvPr/>
        </p:nvCxnSpPr>
        <p:spPr>
          <a:xfrm>
            <a:off x="4811099" y="2394786"/>
            <a:ext cx="55298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3724C16-5B54-4B86-9639-124373FCF854}"/>
              </a:ext>
            </a:extLst>
          </p:cNvPr>
          <p:cNvSpPr txBox="1"/>
          <p:nvPr/>
        </p:nvSpPr>
        <p:spPr>
          <a:xfrm>
            <a:off x="4428949" y="2103529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138169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63F3A503-9409-4541-866A-3C8D5594E5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689" y="0"/>
            <a:ext cx="6956622" cy="6858000"/>
          </a:xfrm>
          <a:prstGeom prst="rect">
            <a:avLst/>
          </a:prstGeom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8154390-84BA-48F9-8122-922C77B8A47F}"/>
              </a:ext>
            </a:extLst>
          </p:cNvPr>
          <p:cNvCxnSpPr>
            <a:cxnSpLocks/>
          </p:cNvCxnSpPr>
          <p:nvPr/>
        </p:nvCxnSpPr>
        <p:spPr>
          <a:xfrm>
            <a:off x="5333803" y="1961148"/>
            <a:ext cx="260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D99BE8B-B5B2-402E-BF4F-BDB82BED01D8}"/>
              </a:ext>
            </a:extLst>
          </p:cNvPr>
          <p:cNvSpPr txBox="1"/>
          <p:nvPr/>
        </p:nvSpPr>
        <p:spPr>
          <a:xfrm>
            <a:off x="4951653" y="1669891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277826BE-F6B7-41FC-92CA-4B372C650383}"/>
              </a:ext>
            </a:extLst>
          </p:cNvPr>
          <p:cNvCxnSpPr>
            <a:cxnSpLocks/>
          </p:cNvCxnSpPr>
          <p:nvPr/>
        </p:nvCxnSpPr>
        <p:spPr>
          <a:xfrm>
            <a:off x="4487582" y="2345212"/>
            <a:ext cx="73412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2F29BC2-4432-4637-B24F-4FBF5519658C}"/>
              </a:ext>
            </a:extLst>
          </p:cNvPr>
          <p:cNvSpPr txBox="1"/>
          <p:nvPr/>
        </p:nvSpPr>
        <p:spPr>
          <a:xfrm>
            <a:off x="4105432" y="2053955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09230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C97EFC67-CE75-49AC-BB68-C4C503CFD0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689" y="0"/>
            <a:ext cx="6956622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20C17339-FCCD-4BB9-B04B-AF4F21ED7F49}"/>
              </a:ext>
            </a:extLst>
          </p:cNvPr>
          <p:cNvCxnSpPr>
            <a:cxnSpLocks/>
          </p:cNvCxnSpPr>
          <p:nvPr/>
        </p:nvCxnSpPr>
        <p:spPr>
          <a:xfrm>
            <a:off x="4539719" y="3645569"/>
            <a:ext cx="38119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2385A4F-9BCE-48BC-8353-992A437489D1}"/>
              </a:ext>
            </a:extLst>
          </p:cNvPr>
          <p:cNvSpPr txBox="1"/>
          <p:nvPr/>
        </p:nvSpPr>
        <p:spPr>
          <a:xfrm>
            <a:off x="4157569" y="3354312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96521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FEC95FFA-E4CD-4F13-A022-664E222284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7490" y="0"/>
            <a:ext cx="6843140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0506A807-1511-484A-9BF3-B7B24FC12C78}"/>
              </a:ext>
            </a:extLst>
          </p:cNvPr>
          <p:cNvCxnSpPr>
            <a:cxnSpLocks/>
          </p:cNvCxnSpPr>
          <p:nvPr/>
        </p:nvCxnSpPr>
        <p:spPr>
          <a:xfrm>
            <a:off x="6741498" y="3199020"/>
            <a:ext cx="81433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2EE26D4-2DF8-44A8-B03B-BB370D9AE565}"/>
              </a:ext>
            </a:extLst>
          </p:cNvPr>
          <p:cNvSpPr txBox="1"/>
          <p:nvPr/>
        </p:nvSpPr>
        <p:spPr>
          <a:xfrm>
            <a:off x="6359348" y="290776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AD8688C4-9627-4237-B226-40B169C93974}"/>
              </a:ext>
            </a:extLst>
          </p:cNvPr>
          <p:cNvCxnSpPr>
            <a:cxnSpLocks/>
          </p:cNvCxnSpPr>
          <p:nvPr/>
        </p:nvCxnSpPr>
        <p:spPr>
          <a:xfrm>
            <a:off x="6741498" y="3830610"/>
            <a:ext cx="66995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A8AD3F2-BCD5-441E-9687-590A30948554}"/>
              </a:ext>
            </a:extLst>
          </p:cNvPr>
          <p:cNvSpPr txBox="1"/>
          <p:nvPr/>
        </p:nvSpPr>
        <p:spPr>
          <a:xfrm>
            <a:off x="6359348" y="353935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76A3DF10-E5ED-47DA-A656-E24C4103ACB8}"/>
              </a:ext>
            </a:extLst>
          </p:cNvPr>
          <p:cNvCxnSpPr>
            <a:cxnSpLocks/>
          </p:cNvCxnSpPr>
          <p:nvPr/>
        </p:nvCxnSpPr>
        <p:spPr>
          <a:xfrm>
            <a:off x="9227301" y="4292374"/>
            <a:ext cx="17808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C14139C-8297-4E4B-BAC2-ED2916B97B65}"/>
              </a:ext>
            </a:extLst>
          </p:cNvPr>
          <p:cNvSpPr txBox="1"/>
          <p:nvPr/>
        </p:nvSpPr>
        <p:spPr>
          <a:xfrm>
            <a:off x="8845151" y="4001117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3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712A2C16-BE40-4D32-8699-050F1D179AFF}"/>
              </a:ext>
            </a:extLst>
          </p:cNvPr>
          <p:cNvCxnSpPr>
            <a:cxnSpLocks/>
          </p:cNvCxnSpPr>
          <p:nvPr/>
        </p:nvCxnSpPr>
        <p:spPr>
          <a:xfrm>
            <a:off x="6733320" y="4980846"/>
            <a:ext cx="67813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52BB1872-9605-4F44-B526-22B948EE81E1}"/>
              </a:ext>
            </a:extLst>
          </p:cNvPr>
          <p:cNvSpPr txBox="1"/>
          <p:nvPr/>
        </p:nvSpPr>
        <p:spPr>
          <a:xfrm>
            <a:off x="6351170" y="4689589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4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9AFD8F74-1D1F-428F-9AE3-A71EAE8B29E5}"/>
              </a:ext>
            </a:extLst>
          </p:cNvPr>
          <p:cNvCxnSpPr>
            <a:cxnSpLocks/>
          </p:cNvCxnSpPr>
          <p:nvPr/>
        </p:nvCxnSpPr>
        <p:spPr>
          <a:xfrm>
            <a:off x="7195840" y="5811026"/>
            <a:ext cx="35999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66C65C3-67E9-4AD8-B974-90EA28B1B9BA}"/>
              </a:ext>
            </a:extLst>
          </p:cNvPr>
          <p:cNvSpPr txBox="1"/>
          <p:nvPr/>
        </p:nvSpPr>
        <p:spPr>
          <a:xfrm>
            <a:off x="7411453" y="5420106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6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BA6AF7AA-2960-41F6-8583-455DE1831DAE}"/>
              </a:ext>
            </a:extLst>
          </p:cNvPr>
          <p:cNvCxnSpPr>
            <a:cxnSpLocks/>
          </p:cNvCxnSpPr>
          <p:nvPr/>
        </p:nvCxnSpPr>
        <p:spPr>
          <a:xfrm>
            <a:off x="6733320" y="5420106"/>
            <a:ext cx="67813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7F20C9A5-39E0-401C-A03C-A1143E0BBADD}"/>
              </a:ext>
            </a:extLst>
          </p:cNvPr>
          <p:cNvSpPr txBox="1"/>
          <p:nvPr/>
        </p:nvSpPr>
        <p:spPr>
          <a:xfrm>
            <a:off x="6351170" y="5128849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5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6148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909F4821-909B-4DC0-8A33-2CE461E1D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689" y="0"/>
            <a:ext cx="6956622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04B0063E-E1D3-46C8-BAC6-3F32C67AF6A7}"/>
              </a:ext>
            </a:extLst>
          </p:cNvPr>
          <p:cNvCxnSpPr>
            <a:cxnSpLocks/>
          </p:cNvCxnSpPr>
          <p:nvPr/>
        </p:nvCxnSpPr>
        <p:spPr>
          <a:xfrm>
            <a:off x="6669309" y="2382254"/>
            <a:ext cx="59776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A4FB02D-945F-4208-99E9-6CBA5F8B43B5}"/>
              </a:ext>
            </a:extLst>
          </p:cNvPr>
          <p:cNvSpPr txBox="1"/>
          <p:nvPr/>
        </p:nvSpPr>
        <p:spPr>
          <a:xfrm>
            <a:off x="6287159" y="2090997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09679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C2F71CB-6F36-4851-8F50-2002E6AF5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689" y="0"/>
            <a:ext cx="6956622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8C741AEC-8537-4094-A01A-5DDDA183F5BE}"/>
              </a:ext>
            </a:extLst>
          </p:cNvPr>
          <p:cNvCxnSpPr>
            <a:cxnSpLocks/>
          </p:cNvCxnSpPr>
          <p:nvPr/>
        </p:nvCxnSpPr>
        <p:spPr>
          <a:xfrm>
            <a:off x="4503624" y="2358191"/>
            <a:ext cx="7541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75EB11E-4486-484D-A9E1-A3762E50678A}"/>
              </a:ext>
            </a:extLst>
          </p:cNvPr>
          <p:cNvSpPr txBox="1"/>
          <p:nvPr/>
        </p:nvSpPr>
        <p:spPr>
          <a:xfrm>
            <a:off x="4121474" y="2066934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461347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2C51F14-3305-4E07-8FC4-EB5ED61648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689" y="0"/>
            <a:ext cx="6956622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E8BB0BDF-BA79-48FD-ADC1-5668798296B1}"/>
              </a:ext>
            </a:extLst>
          </p:cNvPr>
          <p:cNvCxnSpPr>
            <a:cxnSpLocks/>
          </p:cNvCxnSpPr>
          <p:nvPr/>
        </p:nvCxnSpPr>
        <p:spPr>
          <a:xfrm>
            <a:off x="4455497" y="2683044"/>
            <a:ext cx="7541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0C48346-C421-4780-8F2A-2617BA9690A6}"/>
              </a:ext>
            </a:extLst>
          </p:cNvPr>
          <p:cNvSpPr txBox="1"/>
          <p:nvPr/>
        </p:nvSpPr>
        <p:spPr>
          <a:xfrm>
            <a:off x="4073347" y="2391787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915908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F7776B36-1556-40FB-B300-8105CC3A95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4748" y="0"/>
            <a:ext cx="6282503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151A5E7D-926A-4F63-AF2B-67AC1BFE50FE}"/>
              </a:ext>
            </a:extLst>
          </p:cNvPr>
          <p:cNvCxnSpPr>
            <a:cxnSpLocks/>
          </p:cNvCxnSpPr>
          <p:nvPr/>
        </p:nvCxnSpPr>
        <p:spPr>
          <a:xfrm>
            <a:off x="6703397" y="2968794"/>
            <a:ext cx="7541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37CC820-25D2-4ABD-A6B7-26B8C6CE2E3A}"/>
              </a:ext>
            </a:extLst>
          </p:cNvPr>
          <p:cNvSpPr txBox="1"/>
          <p:nvPr/>
        </p:nvSpPr>
        <p:spPr>
          <a:xfrm>
            <a:off x="6321247" y="2677537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97B7FACE-A6FA-496A-B037-B60053C0CF1C}"/>
              </a:ext>
            </a:extLst>
          </p:cNvPr>
          <p:cNvCxnSpPr>
            <a:cxnSpLocks/>
          </p:cNvCxnSpPr>
          <p:nvPr/>
        </p:nvCxnSpPr>
        <p:spPr>
          <a:xfrm>
            <a:off x="6703397" y="3540294"/>
            <a:ext cx="7541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0F10788-9BBC-46FA-AD92-47B22348FBD3}"/>
              </a:ext>
            </a:extLst>
          </p:cNvPr>
          <p:cNvSpPr txBox="1"/>
          <p:nvPr/>
        </p:nvSpPr>
        <p:spPr>
          <a:xfrm>
            <a:off x="6321247" y="3249037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268586E0-669A-4E6A-8F5E-EE7E08290721}"/>
              </a:ext>
            </a:extLst>
          </p:cNvPr>
          <p:cNvCxnSpPr>
            <a:cxnSpLocks/>
          </p:cNvCxnSpPr>
          <p:nvPr/>
        </p:nvCxnSpPr>
        <p:spPr>
          <a:xfrm>
            <a:off x="6703397" y="4410269"/>
            <a:ext cx="20222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33B603A-A24B-478C-AB88-76313FDFFF9F}"/>
              </a:ext>
            </a:extLst>
          </p:cNvPr>
          <p:cNvSpPr txBox="1"/>
          <p:nvPr/>
        </p:nvSpPr>
        <p:spPr>
          <a:xfrm>
            <a:off x="6321247" y="4119012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3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4C585DB5-7DA5-4C44-878F-717F2832FD4E}"/>
              </a:ext>
            </a:extLst>
          </p:cNvPr>
          <p:cNvCxnSpPr>
            <a:cxnSpLocks/>
          </p:cNvCxnSpPr>
          <p:nvPr/>
        </p:nvCxnSpPr>
        <p:spPr>
          <a:xfrm>
            <a:off x="6703397" y="4939488"/>
            <a:ext cx="20222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76D061F-3831-46DA-9B5C-5D326675A90E}"/>
              </a:ext>
            </a:extLst>
          </p:cNvPr>
          <p:cNvSpPr txBox="1"/>
          <p:nvPr/>
        </p:nvSpPr>
        <p:spPr>
          <a:xfrm>
            <a:off x="6321247" y="4648231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4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9935BA78-042D-4FE0-B1BD-3AEB915EA66E}"/>
              </a:ext>
            </a:extLst>
          </p:cNvPr>
          <p:cNvCxnSpPr>
            <a:cxnSpLocks/>
          </p:cNvCxnSpPr>
          <p:nvPr/>
        </p:nvCxnSpPr>
        <p:spPr>
          <a:xfrm>
            <a:off x="6703397" y="5502820"/>
            <a:ext cx="20222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5962DD4-774E-4535-87B4-E47DD7158882}"/>
              </a:ext>
            </a:extLst>
          </p:cNvPr>
          <p:cNvSpPr txBox="1"/>
          <p:nvPr/>
        </p:nvSpPr>
        <p:spPr>
          <a:xfrm>
            <a:off x="6321247" y="521156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5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1ACB06EA-A79B-4DCF-80C5-356A0EE381CE}"/>
              </a:ext>
            </a:extLst>
          </p:cNvPr>
          <p:cNvCxnSpPr>
            <a:cxnSpLocks/>
          </p:cNvCxnSpPr>
          <p:nvPr/>
        </p:nvCxnSpPr>
        <p:spPr>
          <a:xfrm>
            <a:off x="6703397" y="6063522"/>
            <a:ext cx="20222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B304B66-721B-481C-90DF-2FFEE96C5F87}"/>
              </a:ext>
            </a:extLst>
          </p:cNvPr>
          <p:cNvSpPr txBox="1"/>
          <p:nvPr/>
        </p:nvSpPr>
        <p:spPr>
          <a:xfrm>
            <a:off x="6321247" y="5772265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6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D6EA5F9A-AA12-40DE-BC6F-105E82A1EA02}"/>
              </a:ext>
            </a:extLst>
          </p:cNvPr>
          <p:cNvCxnSpPr>
            <a:cxnSpLocks/>
          </p:cNvCxnSpPr>
          <p:nvPr/>
        </p:nvCxnSpPr>
        <p:spPr>
          <a:xfrm>
            <a:off x="6602283" y="2148512"/>
            <a:ext cx="47479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A54A4B9-D32E-4612-A10B-FC65E0D606EB}"/>
              </a:ext>
            </a:extLst>
          </p:cNvPr>
          <p:cNvSpPr txBox="1"/>
          <p:nvPr/>
        </p:nvSpPr>
        <p:spPr>
          <a:xfrm>
            <a:off x="6220133" y="1857255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7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955759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F2D6CF40-51B5-4F84-B5F8-66878B7C4F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745" y="0"/>
            <a:ext cx="6880510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2AECB0A4-3670-472D-9B7F-FEB9D83C72BE}"/>
              </a:ext>
            </a:extLst>
          </p:cNvPr>
          <p:cNvCxnSpPr>
            <a:cxnSpLocks/>
          </p:cNvCxnSpPr>
          <p:nvPr/>
        </p:nvCxnSpPr>
        <p:spPr>
          <a:xfrm>
            <a:off x="4493597" y="3159294"/>
            <a:ext cx="99280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AF17FABE-EE32-4A67-AA13-C0C79AE24386}"/>
              </a:ext>
            </a:extLst>
          </p:cNvPr>
          <p:cNvCxnSpPr>
            <a:cxnSpLocks/>
          </p:cNvCxnSpPr>
          <p:nvPr/>
        </p:nvCxnSpPr>
        <p:spPr>
          <a:xfrm>
            <a:off x="4493597" y="3949869"/>
            <a:ext cx="99280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434051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9CB6CBA6-87EE-4A3F-99EA-D29494ADE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7835" y="0"/>
            <a:ext cx="9196330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141E66A8-EBE1-4519-982B-F1B580E96E61}"/>
              </a:ext>
            </a:extLst>
          </p:cNvPr>
          <p:cNvCxnSpPr>
            <a:cxnSpLocks/>
          </p:cNvCxnSpPr>
          <p:nvPr/>
        </p:nvCxnSpPr>
        <p:spPr>
          <a:xfrm>
            <a:off x="3445847" y="2530644"/>
            <a:ext cx="89755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AB89B68-ABA4-4273-BAAD-88F0F4E198AA}"/>
              </a:ext>
            </a:extLst>
          </p:cNvPr>
          <p:cNvSpPr txBox="1"/>
          <p:nvPr/>
        </p:nvSpPr>
        <p:spPr>
          <a:xfrm>
            <a:off x="3063697" y="2239387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69BF5CBC-2FDE-4B18-9883-085A5A1BA439}"/>
              </a:ext>
            </a:extLst>
          </p:cNvPr>
          <p:cNvCxnSpPr>
            <a:cxnSpLocks/>
          </p:cNvCxnSpPr>
          <p:nvPr/>
        </p:nvCxnSpPr>
        <p:spPr>
          <a:xfrm>
            <a:off x="6506725" y="3388832"/>
            <a:ext cx="8180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D2185A1-1C99-448E-B473-F684C3971B0D}"/>
              </a:ext>
            </a:extLst>
          </p:cNvPr>
          <p:cNvSpPr txBox="1"/>
          <p:nvPr/>
        </p:nvSpPr>
        <p:spPr>
          <a:xfrm>
            <a:off x="6124575" y="3097575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3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2A38CB90-209B-48EF-8EE0-3644BCA74507}"/>
              </a:ext>
            </a:extLst>
          </p:cNvPr>
          <p:cNvCxnSpPr>
            <a:cxnSpLocks/>
          </p:cNvCxnSpPr>
          <p:nvPr/>
        </p:nvCxnSpPr>
        <p:spPr>
          <a:xfrm>
            <a:off x="1807547" y="2186688"/>
            <a:ext cx="135475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6317070-BD85-419E-95D5-859F7F5A1B5D}"/>
              </a:ext>
            </a:extLst>
          </p:cNvPr>
          <p:cNvSpPr txBox="1"/>
          <p:nvPr/>
        </p:nvSpPr>
        <p:spPr>
          <a:xfrm>
            <a:off x="1425397" y="1895431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503994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957E419-4730-42B7-86DE-ADC537A729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7835" y="0"/>
            <a:ext cx="9196330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D853100E-393B-4BCB-A03E-71D9910AC6A5}"/>
              </a:ext>
            </a:extLst>
          </p:cNvPr>
          <p:cNvCxnSpPr>
            <a:cxnSpLocks/>
          </p:cNvCxnSpPr>
          <p:nvPr/>
        </p:nvCxnSpPr>
        <p:spPr>
          <a:xfrm>
            <a:off x="4417397" y="2148588"/>
            <a:ext cx="35462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FB09ED4-9B6E-47B9-97A9-41F45709F90F}"/>
              </a:ext>
            </a:extLst>
          </p:cNvPr>
          <p:cNvSpPr txBox="1"/>
          <p:nvPr/>
        </p:nvSpPr>
        <p:spPr>
          <a:xfrm>
            <a:off x="4035247" y="1857331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68012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2B2D81CF-BB4F-425A-8C2C-8911AF450F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0" y="571500"/>
            <a:ext cx="5715000" cy="5715000"/>
          </a:xfrm>
          <a:prstGeom prst="rect">
            <a:avLst/>
          </a:prstGeom>
        </p:spPr>
      </p:pic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57A4DEB1-A57E-4F8C-8776-BD8B750AA4E6}"/>
              </a:ext>
            </a:extLst>
          </p:cNvPr>
          <p:cNvCxnSpPr/>
          <p:nvPr/>
        </p:nvCxnSpPr>
        <p:spPr>
          <a:xfrm>
            <a:off x="7162800" y="1397000"/>
            <a:ext cx="0" cy="128270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946691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2CAFFA5E-2DED-4E33-9CFB-8BB083628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7835" y="0"/>
            <a:ext cx="919633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232653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9D8A9C22-48FA-33CA-8E42-680DFD558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512" y="0"/>
            <a:ext cx="11952976" cy="6858000"/>
          </a:xfrm>
          <a:prstGeom prst="rect">
            <a:avLst/>
          </a:prstGeom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C2244EEB-30C7-4C5F-9AD9-5E5B40A94AF7}"/>
              </a:ext>
            </a:extLst>
          </p:cNvPr>
          <p:cNvCxnSpPr>
            <a:cxnSpLocks/>
          </p:cNvCxnSpPr>
          <p:nvPr/>
        </p:nvCxnSpPr>
        <p:spPr>
          <a:xfrm>
            <a:off x="3634785" y="1002097"/>
            <a:ext cx="42505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B1C368E-9F2A-424D-9C36-F1F74DACEE0D}"/>
              </a:ext>
            </a:extLst>
          </p:cNvPr>
          <p:cNvSpPr txBox="1"/>
          <p:nvPr/>
        </p:nvSpPr>
        <p:spPr>
          <a:xfrm>
            <a:off x="3252635" y="710840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94F3A90B-FD44-4899-BCEB-1F0C534F9058}"/>
              </a:ext>
            </a:extLst>
          </p:cNvPr>
          <p:cNvCxnSpPr>
            <a:cxnSpLocks/>
          </p:cNvCxnSpPr>
          <p:nvPr/>
        </p:nvCxnSpPr>
        <p:spPr>
          <a:xfrm>
            <a:off x="3593385" y="2053687"/>
            <a:ext cx="53736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32A6A42-C086-4D34-A953-8E99F6062012}"/>
              </a:ext>
            </a:extLst>
          </p:cNvPr>
          <p:cNvSpPr txBox="1"/>
          <p:nvPr/>
        </p:nvSpPr>
        <p:spPr>
          <a:xfrm>
            <a:off x="3211235" y="1762430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92039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53832EA3-806E-FDFF-2AA3-15BE549401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511" y="0"/>
            <a:ext cx="11952977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CC76D4BF-1983-4C08-9068-B8A088ECB767}"/>
              </a:ext>
            </a:extLst>
          </p:cNvPr>
          <p:cNvCxnSpPr>
            <a:cxnSpLocks/>
          </p:cNvCxnSpPr>
          <p:nvPr/>
        </p:nvCxnSpPr>
        <p:spPr>
          <a:xfrm>
            <a:off x="382150" y="2846895"/>
            <a:ext cx="48945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E9CFAB3-5599-4194-9DB7-9925D5AF25B5}"/>
              </a:ext>
            </a:extLst>
          </p:cNvPr>
          <p:cNvSpPr txBox="1"/>
          <p:nvPr/>
        </p:nvSpPr>
        <p:spPr>
          <a:xfrm>
            <a:off x="0" y="2555638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altLang="ja-JP" b="1">
                <a:solidFill>
                  <a:schemeClr val="bg1"/>
                </a:solidFill>
              </a:rPr>
              <a:t>3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FA3F6E3F-F003-4327-9AE0-12AC43C27BCC}"/>
              </a:ext>
            </a:extLst>
          </p:cNvPr>
          <p:cNvCxnSpPr>
            <a:cxnSpLocks/>
          </p:cNvCxnSpPr>
          <p:nvPr/>
        </p:nvCxnSpPr>
        <p:spPr>
          <a:xfrm>
            <a:off x="6118150" y="2102630"/>
            <a:ext cx="104324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9AB6D2E-B80D-4C66-9A11-B689B0F3753C}"/>
              </a:ext>
            </a:extLst>
          </p:cNvPr>
          <p:cNvSpPr txBox="1"/>
          <p:nvPr/>
        </p:nvSpPr>
        <p:spPr>
          <a:xfrm>
            <a:off x="5736000" y="181137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4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193092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AAE83227-2BB5-4927-F509-9FAE5CCBE6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511" y="0"/>
            <a:ext cx="11952977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ED92438B-588E-4DA0-B36D-574AD8FFAE6B}"/>
              </a:ext>
            </a:extLst>
          </p:cNvPr>
          <p:cNvCxnSpPr>
            <a:cxnSpLocks/>
          </p:cNvCxnSpPr>
          <p:nvPr/>
        </p:nvCxnSpPr>
        <p:spPr>
          <a:xfrm>
            <a:off x="305510" y="2067383"/>
            <a:ext cx="53188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A1D0D84-DBE4-4D51-A655-C4C1DF8B2C00}"/>
              </a:ext>
            </a:extLst>
          </p:cNvPr>
          <p:cNvSpPr txBox="1"/>
          <p:nvPr/>
        </p:nvSpPr>
        <p:spPr>
          <a:xfrm>
            <a:off x="-76640" y="1776126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altLang="ja-JP" b="1">
                <a:solidFill>
                  <a:schemeClr val="bg1"/>
                </a:solidFill>
              </a:rPr>
              <a:t>5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251069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図 16">
            <a:extLst>
              <a:ext uri="{FF2B5EF4-FFF2-40B4-BE49-F238E27FC236}">
                <a16:creationId xmlns:a16="http://schemas.microsoft.com/office/drawing/2014/main" id="{12977117-7998-84A4-53FA-80B29C255A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512" y="0"/>
            <a:ext cx="11952976" cy="6858000"/>
          </a:xfrm>
          <a:prstGeom prst="rect">
            <a:avLst/>
          </a:prstGeom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40063FA-7F55-CBDD-39B7-479B0E228047}"/>
              </a:ext>
            </a:extLst>
          </p:cNvPr>
          <p:cNvCxnSpPr>
            <a:cxnSpLocks/>
          </p:cNvCxnSpPr>
          <p:nvPr/>
        </p:nvCxnSpPr>
        <p:spPr>
          <a:xfrm>
            <a:off x="2383692" y="3360257"/>
            <a:ext cx="16987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A0B300D-3623-8711-6F2B-5739C087B077}"/>
              </a:ext>
            </a:extLst>
          </p:cNvPr>
          <p:cNvSpPr txBox="1"/>
          <p:nvPr/>
        </p:nvSpPr>
        <p:spPr>
          <a:xfrm>
            <a:off x="2001542" y="3069000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altLang="ja-JP" b="1">
                <a:solidFill>
                  <a:schemeClr val="bg1"/>
                </a:solidFill>
              </a:rPr>
              <a:t>6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71428A0-26B1-D067-9F1D-FA6D113F91CA}"/>
              </a:ext>
            </a:extLst>
          </p:cNvPr>
          <p:cNvCxnSpPr>
            <a:cxnSpLocks/>
          </p:cNvCxnSpPr>
          <p:nvPr/>
        </p:nvCxnSpPr>
        <p:spPr>
          <a:xfrm>
            <a:off x="2383692" y="3683530"/>
            <a:ext cx="16987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3088C2BB-2A7B-1765-215D-E0C0006686D7}"/>
              </a:ext>
            </a:extLst>
          </p:cNvPr>
          <p:cNvCxnSpPr>
            <a:cxnSpLocks/>
          </p:cNvCxnSpPr>
          <p:nvPr/>
        </p:nvCxnSpPr>
        <p:spPr>
          <a:xfrm>
            <a:off x="2383692" y="4136111"/>
            <a:ext cx="16987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10894550-EA24-DCBB-8FEA-14807FC8C7CD}"/>
              </a:ext>
            </a:extLst>
          </p:cNvPr>
          <p:cNvCxnSpPr>
            <a:cxnSpLocks/>
          </p:cNvCxnSpPr>
          <p:nvPr/>
        </p:nvCxnSpPr>
        <p:spPr>
          <a:xfrm>
            <a:off x="2383692" y="4967384"/>
            <a:ext cx="16987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3882B0F0-42F5-E26D-48A3-AA43E5FCF4D2}"/>
              </a:ext>
            </a:extLst>
          </p:cNvPr>
          <p:cNvCxnSpPr>
            <a:cxnSpLocks/>
          </p:cNvCxnSpPr>
          <p:nvPr/>
        </p:nvCxnSpPr>
        <p:spPr>
          <a:xfrm>
            <a:off x="2383692" y="5262948"/>
            <a:ext cx="16987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C894AF83-908F-07FB-A377-50B2D6750F3A}"/>
              </a:ext>
            </a:extLst>
          </p:cNvPr>
          <p:cNvCxnSpPr>
            <a:cxnSpLocks/>
          </p:cNvCxnSpPr>
          <p:nvPr/>
        </p:nvCxnSpPr>
        <p:spPr>
          <a:xfrm>
            <a:off x="2146295" y="6676112"/>
            <a:ext cx="73545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49F5725-E01C-138E-C625-A16E12ED1B60}"/>
              </a:ext>
            </a:extLst>
          </p:cNvPr>
          <p:cNvSpPr txBox="1"/>
          <p:nvPr/>
        </p:nvSpPr>
        <p:spPr>
          <a:xfrm>
            <a:off x="1764145" y="6384855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altLang="ja-JP" b="1">
                <a:solidFill>
                  <a:schemeClr val="bg1"/>
                </a:solidFill>
              </a:rPr>
              <a:t>7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41542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51FEBB4-79FD-F0E7-6D2E-08DA7D622C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511" y="0"/>
            <a:ext cx="11952977" cy="6858000"/>
          </a:xfrm>
          <a:prstGeom prst="rect">
            <a:avLst/>
          </a:prstGeom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16CA119-B829-FAA1-94C6-A69CF4B16990}"/>
              </a:ext>
            </a:extLst>
          </p:cNvPr>
          <p:cNvCxnSpPr>
            <a:cxnSpLocks/>
          </p:cNvCxnSpPr>
          <p:nvPr/>
        </p:nvCxnSpPr>
        <p:spPr>
          <a:xfrm>
            <a:off x="7447404" y="2833784"/>
            <a:ext cx="26495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EE06CA0-1367-183E-5488-569BAED99B53}"/>
              </a:ext>
            </a:extLst>
          </p:cNvPr>
          <p:cNvSpPr txBox="1"/>
          <p:nvPr/>
        </p:nvSpPr>
        <p:spPr>
          <a:xfrm>
            <a:off x="7065254" y="2542527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altLang="ja-JP" b="1">
                <a:solidFill>
                  <a:schemeClr val="bg1"/>
                </a:solidFill>
              </a:rPr>
              <a:t>9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EC267DE3-8EC9-F943-D200-4C032B01E246}"/>
              </a:ext>
            </a:extLst>
          </p:cNvPr>
          <p:cNvCxnSpPr>
            <a:cxnSpLocks/>
          </p:cNvCxnSpPr>
          <p:nvPr/>
        </p:nvCxnSpPr>
        <p:spPr>
          <a:xfrm>
            <a:off x="8121658" y="3027747"/>
            <a:ext cx="26495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62C82648-4902-DAEC-50A2-79D2AC1B6AD4}"/>
              </a:ext>
            </a:extLst>
          </p:cNvPr>
          <p:cNvCxnSpPr>
            <a:cxnSpLocks/>
          </p:cNvCxnSpPr>
          <p:nvPr/>
        </p:nvCxnSpPr>
        <p:spPr>
          <a:xfrm>
            <a:off x="8121658" y="3323310"/>
            <a:ext cx="80066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209DB4D8-7B09-69D9-5665-2F84C7731D82}"/>
              </a:ext>
            </a:extLst>
          </p:cNvPr>
          <p:cNvCxnSpPr>
            <a:cxnSpLocks/>
          </p:cNvCxnSpPr>
          <p:nvPr/>
        </p:nvCxnSpPr>
        <p:spPr>
          <a:xfrm>
            <a:off x="7579882" y="5580354"/>
            <a:ext cx="45575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96779F3-5FB0-22DD-05B9-C71BD5479719}"/>
              </a:ext>
            </a:extLst>
          </p:cNvPr>
          <p:cNvSpPr txBox="1"/>
          <p:nvPr/>
        </p:nvSpPr>
        <p:spPr>
          <a:xfrm>
            <a:off x="7197732" y="5289097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altLang="ja-JP" b="1">
                <a:solidFill>
                  <a:schemeClr val="bg1"/>
                </a:solidFill>
              </a:rPr>
              <a:t>10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58B22F6B-9B76-2E28-8109-4201257FB0D3}"/>
              </a:ext>
            </a:extLst>
          </p:cNvPr>
          <p:cNvCxnSpPr>
            <a:cxnSpLocks/>
          </p:cNvCxnSpPr>
          <p:nvPr/>
        </p:nvCxnSpPr>
        <p:spPr>
          <a:xfrm>
            <a:off x="501661" y="3166293"/>
            <a:ext cx="276801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99FDF96-89F0-FD70-FBC4-9FC0E726D0CE}"/>
              </a:ext>
            </a:extLst>
          </p:cNvPr>
          <p:cNvSpPr txBox="1"/>
          <p:nvPr/>
        </p:nvSpPr>
        <p:spPr>
          <a:xfrm>
            <a:off x="119511" y="2875036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altLang="ja-JP" b="1">
                <a:solidFill>
                  <a:schemeClr val="bg1"/>
                </a:solidFill>
              </a:rPr>
              <a:t>8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301EF40A-967D-79EC-EFF7-692BA95FC394}"/>
              </a:ext>
            </a:extLst>
          </p:cNvPr>
          <p:cNvCxnSpPr>
            <a:cxnSpLocks/>
          </p:cNvCxnSpPr>
          <p:nvPr/>
        </p:nvCxnSpPr>
        <p:spPr>
          <a:xfrm>
            <a:off x="419094" y="6688718"/>
            <a:ext cx="57843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AEF221B-B120-4DB7-6FAD-71BA2AC49344}"/>
              </a:ext>
            </a:extLst>
          </p:cNvPr>
          <p:cNvSpPr txBox="1"/>
          <p:nvPr/>
        </p:nvSpPr>
        <p:spPr>
          <a:xfrm>
            <a:off x="36944" y="6397461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altLang="ja-JP" b="1">
                <a:solidFill>
                  <a:schemeClr val="bg1"/>
                </a:solidFill>
              </a:rPr>
              <a:t>11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718430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99E53622-6C91-DF6F-4890-87E8493054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512" y="0"/>
            <a:ext cx="11952976" cy="6858000"/>
          </a:xfrm>
          <a:prstGeom prst="rect">
            <a:avLst/>
          </a:prstGeom>
        </p:spPr>
      </p:pic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6FB1ADED-225E-EBF8-B8D4-620998BAEA9B}"/>
              </a:ext>
            </a:extLst>
          </p:cNvPr>
          <p:cNvCxnSpPr>
            <a:cxnSpLocks/>
          </p:cNvCxnSpPr>
          <p:nvPr/>
        </p:nvCxnSpPr>
        <p:spPr>
          <a:xfrm>
            <a:off x="372914" y="6688718"/>
            <a:ext cx="57843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BEC19DB-E47D-FAE6-AD3C-BAAC543C50F4}"/>
              </a:ext>
            </a:extLst>
          </p:cNvPr>
          <p:cNvSpPr txBox="1"/>
          <p:nvPr/>
        </p:nvSpPr>
        <p:spPr>
          <a:xfrm>
            <a:off x="-9236" y="6397461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altLang="ja-JP" b="1">
                <a:solidFill>
                  <a:schemeClr val="bg1"/>
                </a:solidFill>
              </a:rPr>
              <a:t>12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100786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0AE25D5-EF35-131E-8C3A-830673A7B2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512" y="0"/>
            <a:ext cx="119529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97384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7452FF6-A8F3-DF8F-4A2A-17F4CAF1C7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30" y="0"/>
            <a:ext cx="11989340" cy="6858000"/>
          </a:xfrm>
          <a:prstGeom prst="rect">
            <a:avLst/>
          </a:prstGeom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6681E3B-5EE1-F150-43F4-FF3B9E062257}"/>
              </a:ext>
            </a:extLst>
          </p:cNvPr>
          <p:cNvCxnSpPr>
            <a:cxnSpLocks/>
          </p:cNvCxnSpPr>
          <p:nvPr/>
        </p:nvCxnSpPr>
        <p:spPr>
          <a:xfrm>
            <a:off x="435355" y="3937803"/>
            <a:ext cx="42505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F585368-0E68-72FF-D8FF-891BB90E8C16}"/>
              </a:ext>
            </a:extLst>
          </p:cNvPr>
          <p:cNvSpPr txBox="1"/>
          <p:nvPr/>
        </p:nvSpPr>
        <p:spPr>
          <a:xfrm>
            <a:off x="53205" y="3646546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19C24FF3-CBEF-0F2F-A57E-EF5202A20477}"/>
              </a:ext>
            </a:extLst>
          </p:cNvPr>
          <p:cNvCxnSpPr>
            <a:cxnSpLocks/>
          </p:cNvCxnSpPr>
          <p:nvPr/>
        </p:nvCxnSpPr>
        <p:spPr>
          <a:xfrm>
            <a:off x="2090901" y="1415984"/>
            <a:ext cx="42505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AD14E6D-F6D0-83AC-5398-AAF505FC9311}"/>
              </a:ext>
            </a:extLst>
          </p:cNvPr>
          <p:cNvSpPr txBox="1"/>
          <p:nvPr/>
        </p:nvSpPr>
        <p:spPr>
          <a:xfrm>
            <a:off x="1708751" y="1124727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432828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CD0EFED2-BBC8-5922-92E9-C647E6F6EF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30" y="0"/>
            <a:ext cx="11989340" cy="6858000"/>
          </a:xfrm>
          <a:prstGeom prst="rect">
            <a:avLst/>
          </a:prstGeom>
        </p:spPr>
      </p:pic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C44D6C68-081E-F702-62FF-E610C5E3C3A8}"/>
              </a:ext>
            </a:extLst>
          </p:cNvPr>
          <p:cNvCxnSpPr>
            <a:cxnSpLocks/>
          </p:cNvCxnSpPr>
          <p:nvPr/>
        </p:nvCxnSpPr>
        <p:spPr>
          <a:xfrm>
            <a:off x="2023525" y="2109002"/>
            <a:ext cx="50791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F9C8190-C4AA-A1BB-E833-FE33AF7BCF72}"/>
              </a:ext>
            </a:extLst>
          </p:cNvPr>
          <p:cNvSpPr txBox="1"/>
          <p:nvPr/>
        </p:nvSpPr>
        <p:spPr>
          <a:xfrm>
            <a:off x="1641375" y="1817745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3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949E953D-3B24-90CE-63EA-826BCFF33B7B}"/>
              </a:ext>
            </a:extLst>
          </p:cNvPr>
          <p:cNvCxnSpPr>
            <a:cxnSpLocks/>
          </p:cNvCxnSpPr>
          <p:nvPr/>
        </p:nvCxnSpPr>
        <p:spPr>
          <a:xfrm>
            <a:off x="2293032" y="3841549"/>
            <a:ext cx="64267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044565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42F779E-5145-2396-5A91-0E98FD4A53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30" y="0"/>
            <a:ext cx="11989340" cy="6858000"/>
          </a:xfrm>
          <a:prstGeom prst="rect">
            <a:avLst/>
          </a:prstGeom>
        </p:spPr>
      </p:pic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32292A2A-9983-C6BF-56C3-13683D05E397}"/>
              </a:ext>
            </a:extLst>
          </p:cNvPr>
          <p:cNvCxnSpPr>
            <a:cxnSpLocks/>
          </p:cNvCxnSpPr>
          <p:nvPr/>
        </p:nvCxnSpPr>
        <p:spPr>
          <a:xfrm>
            <a:off x="2321909" y="4082181"/>
            <a:ext cx="94105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6369F42-DF46-FD43-F168-B684AB96CB3C}"/>
              </a:ext>
            </a:extLst>
          </p:cNvPr>
          <p:cNvSpPr txBox="1"/>
          <p:nvPr/>
        </p:nvSpPr>
        <p:spPr>
          <a:xfrm>
            <a:off x="1939759" y="3790924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4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2720D7CD-A735-AC0E-6E96-FA5D76B6E4DE}"/>
              </a:ext>
            </a:extLst>
          </p:cNvPr>
          <p:cNvCxnSpPr>
            <a:cxnSpLocks/>
          </p:cNvCxnSpPr>
          <p:nvPr/>
        </p:nvCxnSpPr>
        <p:spPr>
          <a:xfrm>
            <a:off x="5257614" y="4082181"/>
            <a:ext cx="94105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0AC25D44-0146-7050-7340-DB137BB5E0C2}"/>
              </a:ext>
            </a:extLst>
          </p:cNvPr>
          <p:cNvCxnSpPr>
            <a:cxnSpLocks/>
          </p:cNvCxnSpPr>
          <p:nvPr/>
        </p:nvCxnSpPr>
        <p:spPr>
          <a:xfrm>
            <a:off x="2321909" y="4669322"/>
            <a:ext cx="94105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4A937C18-71D3-A538-C5B8-4E517FCA18D3}"/>
              </a:ext>
            </a:extLst>
          </p:cNvPr>
          <p:cNvCxnSpPr>
            <a:cxnSpLocks/>
          </p:cNvCxnSpPr>
          <p:nvPr/>
        </p:nvCxnSpPr>
        <p:spPr>
          <a:xfrm>
            <a:off x="2321909" y="5237212"/>
            <a:ext cx="94105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394038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8031A30-82BC-6771-EC0E-F4A31F6782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30" y="0"/>
            <a:ext cx="1198934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17FE7CC9-8AD1-4871-499E-F28E96E034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30" y="0"/>
            <a:ext cx="11989340" cy="6858000"/>
          </a:xfrm>
          <a:prstGeom prst="rect">
            <a:avLst/>
          </a:prstGeom>
        </p:spPr>
      </p:pic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3AD3F191-DE3D-86C5-BEF3-FB3C4ADB2A5D}"/>
              </a:ext>
            </a:extLst>
          </p:cNvPr>
          <p:cNvCxnSpPr>
            <a:cxnSpLocks/>
          </p:cNvCxnSpPr>
          <p:nvPr/>
        </p:nvCxnSpPr>
        <p:spPr>
          <a:xfrm>
            <a:off x="3775324" y="6526998"/>
            <a:ext cx="1759202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C77B7CA-0915-2718-76AA-FF89C81A0014}"/>
              </a:ext>
            </a:extLst>
          </p:cNvPr>
          <p:cNvSpPr txBox="1"/>
          <p:nvPr/>
        </p:nvSpPr>
        <p:spPr>
          <a:xfrm>
            <a:off x="3393174" y="6235741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5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343651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8737E69-5A35-8747-B3C7-DA05335A7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30" y="0"/>
            <a:ext cx="11989340" cy="6858000"/>
          </a:xfrm>
          <a:prstGeom prst="rect">
            <a:avLst/>
          </a:prstGeom>
        </p:spPr>
      </p:pic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7B8C22DC-3587-ECD9-239A-C589419609DA}"/>
              </a:ext>
            </a:extLst>
          </p:cNvPr>
          <p:cNvCxnSpPr>
            <a:cxnSpLocks/>
          </p:cNvCxnSpPr>
          <p:nvPr/>
        </p:nvCxnSpPr>
        <p:spPr>
          <a:xfrm>
            <a:off x="2350786" y="3937802"/>
            <a:ext cx="60417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8B76B07-820F-2DD5-2EDB-1CCB4300E9A9}"/>
              </a:ext>
            </a:extLst>
          </p:cNvPr>
          <p:cNvSpPr txBox="1"/>
          <p:nvPr/>
        </p:nvSpPr>
        <p:spPr>
          <a:xfrm>
            <a:off x="1968636" y="3646545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6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3972AF15-FA85-5BF0-CDE0-078E394A6526}"/>
              </a:ext>
            </a:extLst>
          </p:cNvPr>
          <p:cNvCxnSpPr>
            <a:cxnSpLocks/>
          </p:cNvCxnSpPr>
          <p:nvPr/>
        </p:nvCxnSpPr>
        <p:spPr>
          <a:xfrm>
            <a:off x="2552916" y="4669322"/>
            <a:ext cx="60417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A44ED6C-B78F-38F5-BAA0-6306D315D673}"/>
              </a:ext>
            </a:extLst>
          </p:cNvPr>
          <p:cNvSpPr txBox="1"/>
          <p:nvPr/>
        </p:nvSpPr>
        <p:spPr>
          <a:xfrm>
            <a:off x="2170766" y="4378065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7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673715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3AFB1C0-3902-C02A-BB5D-903230750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30" y="0"/>
            <a:ext cx="11989340" cy="6858000"/>
          </a:xfrm>
          <a:prstGeom prst="rect">
            <a:avLst/>
          </a:prstGeom>
        </p:spPr>
      </p:pic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7CF789D5-FBD9-8FB3-49C6-10485803697E}"/>
              </a:ext>
            </a:extLst>
          </p:cNvPr>
          <p:cNvCxnSpPr>
            <a:cxnSpLocks/>
          </p:cNvCxnSpPr>
          <p:nvPr/>
        </p:nvCxnSpPr>
        <p:spPr>
          <a:xfrm>
            <a:off x="1936899" y="1406358"/>
            <a:ext cx="60417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39DB68B-451E-E441-49CD-0DE6611A8820}"/>
              </a:ext>
            </a:extLst>
          </p:cNvPr>
          <p:cNvSpPr txBox="1"/>
          <p:nvPr/>
        </p:nvSpPr>
        <p:spPr>
          <a:xfrm>
            <a:off x="1554749" y="1115101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8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619419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9106BFD-E444-4979-A6A0-ED3002A66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087" y="0"/>
            <a:ext cx="9281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13005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99F550A-51E4-4300-A61E-A71AB6315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51" y="0"/>
            <a:ext cx="385569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39461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E37E614-9801-47F1-8573-13307BD008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907" y="0"/>
            <a:ext cx="10956186" cy="6858000"/>
          </a:xfrm>
          <a:prstGeom prst="rect">
            <a:avLst/>
          </a:prstGeom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01693B2-777E-4ED6-9F0E-7D291E44C377}"/>
              </a:ext>
            </a:extLst>
          </p:cNvPr>
          <p:cNvCxnSpPr>
            <a:cxnSpLocks/>
          </p:cNvCxnSpPr>
          <p:nvPr/>
        </p:nvCxnSpPr>
        <p:spPr>
          <a:xfrm>
            <a:off x="715592" y="1644755"/>
            <a:ext cx="31056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AC7A5F1-EEA4-4D2B-A0A0-9E2964940B92}"/>
              </a:ext>
            </a:extLst>
          </p:cNvPr>
          <p:cNvSpPr txBox="1"/>
          <p:nvPr/>
        </p:nvSpPr>
        <p:spPr>
          <a:xfrm>
            <a:off x="333442" y="1353498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3AAC456A-C1BC-4005-82B4-CD46D80F3F0E}"/>
              </a:ext>
            </a:extLst>
          </p:cNvPr>
          <p:cNvCxnSpPr>
            <a:cxnSpLocks/>
          </p:cNvCxnSpPr>
          <p:nvPr/>
        </p:nvCxnSpPr>
        <p:spPr>
          <a:xfrm>
            <a:off x="1548712" y="2142595"/>
            <a:ext cx="69664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C85C347-0275-4289-B625-29B38E109A4E}"/>
              </a:ext>
            </a:extLst>
          </p:cNvPr>
          <p:cNvSpPr txBox="1"/>
          <p:nvPr/>
        </p:nvSpPr>
        <p:spPr>
          <a:xfrm>
            <a:off x="1166562" y="1851338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29158037-8B39-49DD-B15C-D0401655A0E0}"/>
              </a:ext>
            </a:extLst>
          </p:cNvPr>
          <p:cNvCxnSpPr>
            <a:cxnSpLocks/>
          </p:cNvCxnSpPr>
          <p:nvPr/>
        </p:nvCxnSpPr>
        <p:spPr>
          <a:xfrm>
            <a:off x="1570862" y="2442847"/>
            <a:ext cx="80657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1C4CA5C-F488-4F1F-A644-10A87333D273}"/>
              </a:ext>
            </a:extLst>
          </p:cNvPr>
          <p:cNvSpPr txBox="1"/>
          <p:nvPr/>
        </p:nvSpPr>
        <p:spPr>
          <a:xfrm>
            <a:off x="2377440" y="2142595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3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450705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F47A8976-D9B3-4A2C-9057-73B0276A90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907" y="0"/>
            <a:ext cx="10956186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CF2A22FC-6578-4F91-B0E1-0A6EAAD22AC9}"/>
              </a:ext>
            </a:extLst>
          </p:cNvPr>
          <p:cNvCxnSpPr>
            <a:cxnSpLocks/>
          </p:cNvCxnSpPr>
          <p:nvPr/>
        </p:nvCxnSpPr>
        <p:spPr>
          <a:xfrm>
            <a:off x="2635832" y="2833475"/>
            <a:ext cx="38168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F54A42D-A066-4A07-B8D0-D9F20D8D7063}"/>
              </a:ext>
            </a:extLst>
          </p:cNvPr>
          <p:cNvSpPr txBox="1"/>
          <p:nvPr/>
        </p:nvSpPr>
        <p:spPr>
          <a:xfrm>
            <a:off x="2253682" y="2542218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125273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77053E36-6C8F-4B1A-A4E5-97F4D260FE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581" y="0"/>
            <a:ext cx="9578837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383EC519-F0DE-4F29-8ADD-5DE1F07D7EF8}"/>
              </a:ext>
            </a:extLst>
          </p:cNvPr>
          <p:cNvCxnSpPr>
            <a:cxnSpLocks/>
          </p:cNvCxnSpPr>
          <p:nvPr/>
        </p:nvCxnSpPr>
        <p:spPr>
          <a:xfrm>
            <a:off x="2615512" y="1980035"/>
            <a:ext cx="74744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2C8830A-574A-45F1-A999-00FA187B3FC3}"/>
              </a:ext>
            </a:extLst>
          </p:cNvPr>
          <p:cNvSpPr txBox="1"/>
          <p:nvPr/>
        </p:nvSpPr>
        <p:spPr>
          <a:xfrm>
            <a:off x="2233362" y="1688778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B330A1E3-7AB8-4836-949B-7B62EE599CD8}"/>
              </a:ext>
            </a:extLst>
          </p:cNvPr>
          <p:cNvCxnSpPr>
            <a:cxnSpLocks/>
          </p:cNvCxnSpPr>
          <p:nvPr/>
        </p:nvCxnSpPr>
        <p:spPr>
          <a:xfrm>
            <a:off x="2615512" y="2437235"/>
            <a:ext cx="74744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64B5FB2-55EB-468A-9E84-20E120A6E642}"/>
              </a:ext>
            </a:extLst>
          </p:cNvPr>
          <p:cNvSpPr txBox="1"/>
          <p:nvPr/>
        </p:nvSpPr>
        <p:spPr>
          <a:xfrm>
            <a:off x="2233362" y="2145978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9A933A30-215B-4FE9-B481-4CC45DFB1E79}"/>
              </a:ext>
            </a:extLst>
          </p:cNvPr>
          <p:cNvCxnSpPr>
            <a:cxnSpLocks/>
          </p:cNvCxnSpPr>
          <p:nvPr/>
        </p:nvCxnSpPr>
        <p:spPr>
          <a:xfrm>
            <a:off x="2615512" y="3067155"/>
            <a:ext cx="74744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8A79E07-C50E-4B2C-A99A-7096F8EEABCA}"/>
              </a:ext>
            </a:extLst>
          </p:cNvPr>
          <p:cNvSpPr txBox="1"/>
          <p:nvPr/>
        </p:nvSpPr>
        <p:spPr>
          <a:xfrm>
            <a:off x="2233362" y="2775898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3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FBD92B15-03A8-4A14-8C81-3A6AE9B88E64}"/>
              </a:ext>
            </a:extLst>
          </p:cNvPr>
          <p:cNvCxnSpPr>
            <a:cxnSpLocks/>
          </p:cNvCxnSpPr>
          <p:nvPr/>
        </p:nvCxnSpPr>
        <p:spPr>
          <a:xfrm>
            <a:off x="2615512" y="4347315"/>
            <a:ext cx="74744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43EA3D0-E4BE-4E61-B077-AC28DBE4822F}"/>
              </a:ext>
            </a:extLst>
          </p:cNvPr>
          <p:cNvSpPr txBox="1"/>
          <p:nvPr/>
        </p:nvSpPr>
        <p:spPr>
          <a:xfrm>
            <a:off x="2233362" y="4056058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4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2A07B73C-8B3C-48AE-BF3B-4CD251A36082}"/>
              </a:ext>
            </a:extLst>
          </p:cNvPr>
          <p:cNvCxnSpPr>
            <a:cxnSpLocks/>
          </p:cNvCxnSpPr>
          <p:nvPr/>
        </p:nvCxnSpPr>
        <p:spPr>
          <a:xfrm>
            <a:off x="2615512" y="6582515"/>
            <a:ext cx="62552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08624B6-FF81-459A-B48B-725594793979}"/>
              </a:ext>
            </a:extLst>
          </p:cNvPr>
          <p:cNvSpPr txBox="1"/>
          <p:nvPr/>
        </p:nvSpPr>
        <p:spPr>
          <a:xfrm>
            <a:off x="2233362" y="6291258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5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197853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B754E4A-044C-46EF-8038-AAF54B07E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6862" y="209550"/>
            <a:ext cx="9058275" cy="64389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0E1A8879-576C-41C4-B140-AFFDA85C871D}"/>
              </a:ext>
            </a:extLst>
          </p:cNvPr>
          <p:cNvCxnSpPr>
            <a:cxnSpLocks/>
          </p:cNvCxnSpPr>
          <p:nvPr/>
        </p:nvCxnSpPr>
        <p:spPr>
          <a:xfrm>
            <a:off x="3621352" y="781155"/>
            <a:ext cx="29024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3F745F1-2773-4A4F-B3B9-AB297D307C4E}"/>
              </a:ext>
            </a:extLst>
          </p:cNvPr>
          <p:cNvSpPr txBox="1"/>
          <p:nvPr/>
        </p:nvSpPr>
        <p:spPr>
          <a:xfrm>
            <a:off x="3239202" y="489898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D89D6611-BBBD-4AE0-9634-B2C35E371DBE}"/>
              </a:ext>
            </a:extLst>
          </p:cNvPr>
          <p:cNvCxnSpPr>
            <a:cxnSpLocks/>
          </p:cNvCxnSpPr>
          <p:nvPr/>
        </p:nvCxnSpPr>
        <p:spPr>
          <a:xfrm>
            <a:off x="1670632" y="3278977"/>
            <a:ext cx="29024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619DF72-303B-4A7C-83DF-6672D6B8E8AF}"/>
              </a:ext>
            </a:extLst>
          </p:cNvPr>
          <p:cNvSpPr txBox="1"/>
          <p:nvPr/>
        </p:nvSpPr>
        <p:spPr>
          <a:xfrm>
            <a:off x="1288482" y="2987720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363734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1FC1EA2-2849-401A-AFDA-21EE1B8713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6862" y="209550"/>
            <a:ext cx="9058275" cy="64389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768B9A0B-8F19-462E-A793-8C102797D714}"/>
              </a:ext>
            </a:extLst>
          </p:cNvPr>
          <p:cNvCxnSpPr>
            <a:cxnSpLocks/>
          </p:cNvCxnSpPr>
          <p:nvPr/>
        </p:nvCxnSpPr>
        <p:spPr>
          <a:xfrm>
            <a:off x="3377512" y="1318097"/>
            <a:ext cx="29024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DF1810D-5DC7-4E2F-B0DE-9CD8319312BF}"/>
              </a:ext>
            </a:extLst>
          </p:cNvPr>
          <p:cNvSpPr txBox="1"/>
          <p:nvPr/>
        </p:nvSpPr>
        <p:spPr>
          <a:xfrm>
            <a:off x="2995362" y="1026840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515393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8D9C091-BE60-4046-94E9-5E4759DAC3E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73116"/>
          <a:stretch/>
        </p:blipFill>
        <p:spPr>
          <a:xfrm>
            <a:off x="1566862" y="209550"/>
            <a:ext cx="9058275" cy="173101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2C80D18E-021D-47B8-A2B9-FC4A2FE81E1C}"/>
              </a:ext>
            </a:extLst>
          </p:cNvPr>
          <p:cNvCxnSpPr>
            <a:cxnSpLocks/>
          </p:cNvCxnSpPr>
          <p:nvPr/>
        </p:nvCxnSpPr>
        <p:spPr>
          <a:xfrm>
            <a:off x="3377512" y="1307937"/>
            <a:ext cx="108272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385BBF0-533F-4E2E-ACB0-0BEEC228B9D3}"/>
              </a:ext>
            </a:extLst>
          </p:cNvPr>
          <p:cNvSpPr txBox="1"/>
          <p:nvPr/>
        </p:nvSpPr>
        <p:spPr>
          <a:xfrm>
            <a:off x="2995362" y="1016680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407600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14E12E0-1E92-43A4-844F-CCEAAF90268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70276"/>
          <a:stretch/>
        </p:blipFill>
        <p:spPr>
          <a:xfrm>
            <a:off x="1566862" y="209550"/>
            <a:ext cx="9058275" cy="191389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D637FC8B-A738-4DE3-9989-49244C4AD085}"/>
              </a:ext>
            </a:extLst>
          </p:cNvPr>
          <p:cNvCxnSpPr>
            <a:cxnSpLocks/>
          </p:cNvCxnSpPr>
          <p:nvPr/>
        </p:nvCxnSpPr>
        <p:spPr>
          <a:xfrm>
            <a:off x="3377512" y="1307937"/>
            <a:ext cx="69664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9AA8494-72C6-4E54-A123-D5960C390D7F}"/>
              </a:ext>
            </a:extLst>
          </p:cNvPr>
          <p:cNvSpPr txBox="1"/>
          <p:nvPr/>
        </p:nvSpPr>
        <p:spPr>
          <a:xfrm>
            <a:off x="2995362" y="1016680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3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221100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862F3D1-1232-410E-8840-0725906F790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79270"/>
          <a:stretch/>
        </p:blipFill>
        <p:spPr>
          <a:xfrm>
            <a:off x="1566862" y="209550"/>
            <a:ext cx="9058275" cy="1334770"/>
          </a:xfrm>
          <a:prstGeom prst="rect">
            <a:avLst/>
          </a:prstGeom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43E227D-3583-4FFC-8A06-735204906E59}"/>
              </a:ext>
            </a:extLst>
          </p:cNvPr>
          <p:cNvCxnSpPr>
            <a:cxnSpLocks/>
          </p:cNvCxnSpPr>
          <p:nvPr/>
        </p:nvCxnSpPr>
        <p:spPr>
          <a:xfrm>
            <a:off x="3377512" y="1043777"/>
            <a:ext cx="119448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EF45A82-950D-43AC-9DBC-E0436FA12BC7}"/>
              </a:ext>
            </a:extLst>
          </p:cNvPr>
          <p:cNvSpPr txBox="1"/>
          <p:nvPr/>
        </p:nvSpPr>
        <p:spPr>
          <a:xfrm>
            <a:off x="2995362" y="752520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4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842694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15AB783-1C02-4FDF-AF33-70EC8A4A6F6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80217"/>
          <a:stretch/>
        </p:blipFill>
        <p:spPr>
          <a:xfrm>
            <a:off x="1566862" y="209550"/>
            <a:ext cx="9058275" cy="127381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8FF5027B-CB45-425B-80B3-B553ACCFFD4D}"/>
              </a:ext>
            </a:extLst>
          </p:cNvPr>
          <p:cNvCxnSpPr>
            <a:cxnSpLocks/>
          </p:cNvCxnSpPr>
          <p:nvPr/>
        </p:nvCxnSpPr>
        <p:spPr>
          <a:xfrm>
            <a:off x="3377512" y="1053937"/>
            <a:ext cx="108272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868382D-8FB3-4697-B00F-68677BC3A37F}"/>
              </a:ext>
            </a:extLst>
          </p:cNvPr>
          <p:cNvSpPr txBox="1"/>
          <p:nvPr/>
        </p:nvSpPr>
        <p:spPr>
          <a:xfrm>
            <a:off x="2995362" y="762680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5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120620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401AC88E-AE28-4B17-B9C1-F31554B755B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73116"/>
          <a:stretch/>
        </p:blipFill>
        <p:spPr>
          <a:xfrm>
            <a:off x="1566862" y="209550"/>
            <a:ext cx="9058275" cy="173101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30DD6B92-C2D8-4823-9EF6-8C324C7B7D00}"/>
              </a:ext>
            </a:extLst>
          </p:cNvPr>
          <p:cNvCxnSpPr>
            <a:cxnSpLocks/>
          </p:cNvCxnSpPr>
          <p:nvPr/>
        </p:nvCxnSpPr>
        <p:spPr>
          <a:xfrm>
            <a:off x="3377512" y="1307937"/>
            <a:ext cx="79824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21F91B8-6BD5-42CD-BC3B-EE6E56E0C33A}"/>
              </a:ext>
            </a:extLst>
          </p:cNvPr>
          <p:cNvSpPr txBox="1"/>
          <p:nvPr/>
        </p:nvSpPr>
        <p:spPr>
          <a:xfrm>
            <a:off x="2995362" y="1016680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6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514932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42437857-E03A-4378-91F6-DF3390967AC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73590"/>
          <a:stretch/>
        </p:blipFill>
        <p:spPr>
          <a:xfrm>
            <a:off x="1566862" y="209550"/>
            <a:ext cx="9058275" cy="170053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11CECB26-446C-4397-9898-14502AEA1A00}"/>
              </a:ext>
            </a:extLst>
          </p:cNvPr>
          <p:cNvCxnSpPr>
            <a:cxnSpLocks/>
          </p:cNvCxnSpPr>
          <p:nvPr/>
        </p:nvCxnSpPr>
        <p:spPr>
          <a:xfrm>
            <a:off x="3377512" y="1307937"/>
            <a:ext cx="138752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73929CA-7CF4-4D2A-AE80-4E178F133766}"/>
              </a:ext>
            </a:extLst>
          </p:cNvPr>
          <p:cNvSpPr txBox="1"/>
          <p:nvPr/>
        </p:nvSpPr>
        <p:spPr>
          <a:xfrm>
            <a:off x="2995362" y="1016680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7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918373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0F69D45-3BD3-42AC-B36E-D5B292B967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6862" y="209550"/>
            <a:ext cx="9058275" cy="64389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C04249D9-6882-4CF4-9323-4B2A0D3FA78A}"/>
              </a:ext>
            </a:extLst>
          </p:cNvPr>
          <p:cNvCxnSpPr>
            <a:cxnSpLocks/>
          </p:cNvCxnSpPr>
          <p:nvPr/>
        </p:nvCxnSpPr>
        <p:spPr>
          <a:xfrm>
            <a:off x="9931373" y="6194897"/>
            <a:ext cx="54358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868DEE9-DB31-4C63-B483-568A6AC950FC}"/>
              </a:ext>
            </a:extLst>
          </p:cNvPr>
          <p:cNvSpPr txBox="1"/>
          <p:nvPr/>
        </p:nvSpPr>
        <p:spPr>
          <a:xfrm>
            <a:off x="9549223" y="5903640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613175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7ADCE733-D845-43C7-9EE2-8A5C53504E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6862" y="209550"/>
            <a:ext cx="8658963" cy="6439780"/>
          </a:xfrm>
          <a:prstGeom prst="rect">
            <a:avLst/>
          </a:prstGeom>
        </p:spPr>
      </p:pic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FFA51427-717D-4F82-8D1D-EAD5CC124DF2}"/>
              </a:ext>
            </a:extLst>
          </p:cNvPr>
          <p:cNvCxnSpPr>
            <a:cxnSpLocks/>
          </p:cNvCxnSpPr>
          <p:nvPr/>
        </p:nvCxnSpPr>
        <p:spPr>
          <a:xfrm>
            <a:off x="3388906" y="499927"/>
            <a:ext cx="54358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9E2E088-CBCF-4150-AEF2-7A7B136E5961}"/>
              </a:ext>
            </a:extLst>
          </p:cNvPr>
          <p:cNvSpPr txBox="1"/>
          <p:nvPr/>
        </p:nvSpPr>
        <p:spPr>
          <a:xfrm>
            <a:off x="3006756" y="208670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7AAF9044-599E-41A4-8C75-0F13F748EC59}"/>
              </a:ext>
            </a:extLst>
          </p:cNvPr>
          <p:cNvCxnSpPr>
            <a:cxnSpLocks/>
          </p:cNvCxnSpPr>
          <p:nvPr/>
        </p:nvCxnSpPr>
        <p:spPr>
          <a:xfrm>
            <a:off x="3616814" y="3467249"/>
            <a:ext cx="64609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FB75143-6FA1-48E2-A0CE-41A919D496EA}"/>
              </a:ext>
            </a:extLst>
          </p:cNvPr>
          <p:cNvSpPr txBox="1"/>
          <p:nvPr/>
        </p:nvSpPr>
        <p:spPr>
          <a:xfrm>
            <a:off x="3234664" y="3175992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altLang="ja-JP" b="1" dirty="0">
                <a:solidFill>
                  <a:schemeClr val="bg1"/>
                </a:solidFill>
              </a:rPr>
              <a:t>2</a:t>
            </a:r>
            <a:endParaRPr kumimoji="1" lang="ja-JP" altLang="en-US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20076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1A8BFE9-6C1A-4CDD-A668-F50A12F611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6862" y="209550"/>
            <a:ext cx="9058275" cy="64389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A6EEE582-8156-47AC-A09D-D1D959AF0F32}"/>
              </a:ext>
            </a:extLst>
          </p:cNvPr>
          <p:cNvCxnSpPr>
            <a:cxnSpLocks/>
          </p:cNvCxnSpPr>
          <p:nvPr/>
        </p:nvCxnSpPr>
        <p:spPr>
          <a:xfrm>
            <a:off x="2331693" y="1053937"/>
            <a:ext cx="9703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32792DD-353B-41FE-A213-A7D81DA7FB1B}"/>
              </a:ext>
            </a:extLst>
          </p:cNvPr>
          <p:cNvSpPr txBox="1"/>
          <p:nvPr/>
        </p:nvSpPr>
        <p:spPr>
          <a:xfrm>
            <a:off x="1949543" y="762680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299351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7C606111-869A-462B-B53C-BFBD72EE8F8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82584"/>
          <a:stretch/>
        </p:blipFill>
        <p:spPr>
          <a:xfrm>
            <a:off x="1566862" y="209550"/>
            <a:ext cx="9058275" cy="112141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BC755BDD-302C-4EBB-BF56-72D5DB088338}"/>
              </a:ext>
            </a:extLst>
          </p:cNvPr>
          <p:cNvCxnSpPr>
            <a:cxnSpLocks/>
          </p:cNvCxnSpPr>
          <p:nvPr/>
        </p:nvCxnSpPr>
        <p:spPr>
          <a:xfrm>
            <a:off x="2331693" y="1053937"/>
            <a:ext cx="126494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16CC089-BADD-4A03-9EE7-51C5DDC8067E}"/>
              </a:ext>
            </a:extLst>
          </p:cNvPr>
          <p:cNvSpPr txBox="1"/>
          <p:nvPr/>
        </p:nvSpPr>
        <p:spPr>
          <a:xfrm>
            <a:off x="1949543" y="762680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537468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1BDEBCF-623C-4DE6-9E27-27944276E8E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79270"/>
          <a:stretch/>
        </p:blipFill>
        <p:spPr>
          <a:xfrm>
            <a:off x="1566862" y="209550"/>
            <a:ext cx="9058275" cy="133477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1D5BBBE3-2A27-4EE2-82E3-C1D6CD059B8A}"/>
              </a:ext>
            </a:extLst>
          </p:cNvPr>
          <p:cNvCxnSpPr>
            <a:cxnSpLocks/>
          </p:cNvCxnSpPr>
          <p:nvPr/>
        </p:nvCxnSpPr>
        <p:spPr>
          <a:xfrm>
            <a:off x="3337533" y="1084417"/>
            <a:ext cx="154942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22EF30D-7181-4B68-B820-F9DCDE138FAA}"/>
              </a:ext>
            </a:extLst>
          </p:cNvPr>
          <p:cNvSpPr txBox="1"/>
          <p:nvPr/>
        </p:nvSpPr>
        <p:spPr>
          <a:xfrm>
            <a:off x="2955383" y="793160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3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4E287D0A-F6B5-4B51-8BD0-B14E3E690FEF}"/>
              </a:ext>
            </a:extLst>
          </p:cNvPr>
          <p:cNvCxnSpPr>
            <a:cxnSpLocks/>
          </p:cNvCxnSpPr>
          <p:nvPr/>
        </p:nvCxnSpPr>
        <p:spPr>
          <a:xfrm>
            <a:off x="8580093" y="793160"/>
            <a:ext cx="29652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CF6BEDD-08B5-415F-B2F0-536AFE13A1B2}"/>
              </a:ext>
            </a:extLst>
          </p:cNvPr>
          <p:cNvSpPr txBox="1"/>
          <p:nvPr/>
        </p:nvSpPr>
        <p:spPr>
          <a:xfrm>
            <a:off x="8876617" y="454160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4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234636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2FE9C7D9-94FB-4F04-BD1C-4DD6C746E6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6862" y="209550"/>
            <a:ext cx="9058275" cy="64389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774DA9DE-819D-4926-A218-0A44034C5B62}"/>
              </a:ext>
            </a:extLst>
          </p:cNvPr>
          <p:cNvCxnSpPr>
            <a:cxnSpLocks/>
          </p:cNvCxnSpPr>
          <p:nvPr/>
        </p:nvCxnSpPr>
        <p:spPr>
          <a:xfrm>
            <a:off x="4251933" y="799937"/>
            <a:ext cx="24894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C27F1FD-347E-4CC5-9CE5-9B3A9C84B4CA}"/>
              </a:ext>
            </a:extLst>
          </p:cNvPr>
          <p:cNvSpPr txBox="1"/>
          <p:nvPr/>
        </p:nvSpPr>
        <p:spPr>
          <a:xfrm>
            <a:off x="3869783" y="508680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326672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A5B5F5D-70B9-4036-9E09-3519777DB8E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78166"/>
          <a:stretch/>
        </p:blipFill>
        <p:spPr>
          <a:xfrm>
            <a:off x="1566862" y="209550"/>
            <a:ext cx="9058275" cy="140589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7D9A402A-A599-4D15-9C77-FD831C80FDBA}"/>
              </a:ext>
            </a:extLst>
          </p:cNvPr>
          <p:cNvCxnSpPr>
            <a:cxnSpLocks/>
          </p:cNvCxnSpPr>
          <p:nvPr/>
        </p:nvCxnSpPr>
        <p:spPr>
          <a:xfrm>
            <a:off x="3357853" y="1297777"/>
            <a:ext cx="10211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C01A6F9-37A0-43F7-B5C4-4EB25CB0B7B8}"/>
              </a:ext>
            </a:extLst>
          </p:cNvPr>
          <p:cNvSpPr txBox="1"/>
          <p:nvPr/>
        </p:nvSpPr>
        <p:spPr>
          <a:xfrm>
            <a:off x="2975703" y="1006520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390325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4DE04AB2-066D-4C09-8871-3120F5A8F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8525" y="2819400"/>
            <a:ext cx="5314950" cy="12192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517FF567-3B28-4919-98CD-43B346F5CDD4}"/>
              </a:ext>
            </a:extLst>
          </p:cNvPr>
          <p:cNvCxnSpPr>
            <a:cxnSpLocks/>
          </p:cNvCxnSpPr>
          <p:nvPr/>
        </p:nvCxnSpPr>
        <p:spPr>
          <a:xfrm>
            <a:off x="7310093" y="3929217"/>
            <a:ext cx="49278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71E5E24-1CDF-4C25-AC70-9AEFBA77B104}"/>
              </a:ext>
            </a:extLst>
          </p:cNvPr>
          <p:cNvSpPr txBox="1"/>
          <p:nvPr/>
        </p:nvSpPr>
        <p:spPr>
          <a:xfrm>
            <a:off x="6927943" y="3637960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3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902093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A374D4A-A20A-40FF-A67B-3D7353E1A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6862" y="209550"/>
            <a:ext cx="9058275" cy="643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3941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3E3DEE2-1184-4B04-AA14-BE78C2C8C3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968" y="0"/>
            <a:ext cx="9234063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013DBBFF-9D1B-4378-B3D3-27E6E3ECEFFC}"/>
              </a:ext>
            </a:extLst>
          </p:cNvPr>
          <p:cNvCxnSpPr>
            <a:cxnSpLocks/>
          </p:cNvCxnSpPr>
          <p:nvPr/>
        </p:nvCxnSpPr>
        <p:spPr>
          <a:xfrm>
            <a:off x="2433293" y="1561937"/>
            <a:ext cx="151894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42AB8EE-F8B3-404F-82B9-C81406319F22}"/>
              </a:ext>
            </a:extLst>
          </p:cNvPr>
          <p:cNvSpPr txBox="1"/>
          <p:nvPr/>
        </p:nvSpPr>
        <p:spPr>
          <a:xfrm>
            <a:off x="2051143" y="1270680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5723A371-664C-41E1-A211-E8122856B0C3}"/>
              </a:ext>
            </a:extLst>
          </p:cNvPr>
          <p:cNvCxnSpPr>
            <a:cxnSpLocks/>
          </p:cNvCxnSpPr>
          <p:nvPr/>
        </p:nvCxnSpPr>
        <p:spPr>
          <a:xfrm>
            <a:off x="3449293" y="1765137"/>
            <a:ext cx="98046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36E5B34-93D7-42E2-8D0B-4F17B8689C0C}"/>
              </a:ext>
            </a:extLst>
          </p:cNvPr>
          <p:cNvSpPr txBox="1"/>
          <p:nvPr/>
        </p:nvSpPr>
        <p:spPr>
          <a:xfrm>
            <a:off x="4429760" y="1561937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554914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792DA26-98E7-4F65-BFCE-8FDB5DA56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609" y="0"/>
            <a:ext cx="9446781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F67C0B50-12D3-48C8-8B12-B93B15C137D0}"/>
              </a:ext>
            </a:extLst>
          </p:cNvPr>
          <p:cNvCxnSpPr>
            <a:cxnSpLocks/>
          </p:cNvCxnSpPr>
          <p:nvPr/>
        </p:nvCxnSpPr>
        <p:spPr>
          <a:xfrm>
            <a:off x="1620493" y="3429000"/>
            <a:ext cx="13259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8E07F35-FB9C-49B1-A6A4-DBBEE2F5CAF6}"/>
              </a:ext>
            </a:extLst>
          </p:cNvPr>
          <p:cNvSpPr txBox="1"/>
          <p:nvPr/>
        </p:nvSpPr>
        <p:spPr>
          <a:xfrm>
            <a:off x="1238343" y="313774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4CD7ABBA-42C3-41F0-B0D0-2CCF0CE620ED}"/>
              </a:ext>
            </a:extLst>
          </p:cNvPr>
          <p:cNvCxnSpPr>
            <a:cxnSpLocks/>
          </p:cNvCxnSpPr>
          <p:nvPr/>
        </p:nvCxnSpPr>
        <p:spPr>
          <a:xfrm>
            <a:off x="3591533" y="2352040"/>
            <a:ext cx="5131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AE2F93C-976C-4313-85D2-283A166C25CD}"/>
              </a:ext>
            </a:extLst>
          </p:cNvPr>
          <p:cNvSpPr txBox="1"/>
          <p:nvPr/>
        </p:nvSpPr>
        <p:spPr>
          <a:xfrm>
            <a:off x="3209383" y="206078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749453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BD5C647-7EB9-4F23-9778-85AF81385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609" y="0"/>
            <a:ext cx="9446781" cy="6858000"/>
          </a:xfrm>
          <a:prstGeom prst="rect">
            <a:avLst/>
          </a:prstGeom>
        </p:spPr>
      </p:pic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9A75952F-60F3-4CE3-AE2C-22987F852193}"/>
              </a:ext>
            </a:extLst>
          </p:cNvPr>
          <p:cNvCxnSpPr>
            <a:cxnSpLocks/>
          </p:cNvCxnSpPr>
          <p:nvPr/>
        </p:nvCxnSpPr>
        <p:spPr>
          <a:xfrm>
            <a:off x="6118150" y="1976120"/>
            <a:ext cx="38425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233DB15-D18B-4364-8034-DDADD44F9090}"/>
              </a:ext>
            </a:extLst>
          </p:cNvPr>
          <p:cNvSpPr txBox="1"/>
          <p:nvPr/>
        </p:nvSpPr>
        <p:spPr>
          <a:xfrm>
            <a:off x="5736000" y="168486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87973A9F-923E-46B2-A973-3AB67585CA49}"/>
              </a:ext>
            </a:extLst>
          </p:cNvPr>
          <p:cNvCxnSpPr>
            <a:cxnSpLocks/>
          </p:cNvCxnSpPr>
          <p:nvPr/>
        </p:nvCxnSpPr>
        <p:spPr>
          <a:xfrm>
            <a:off x="3182180" y="2336120"/>
            <a:ext cx="87166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D1617FC-8A61-4E61-B33B-E77E6F0E559D}"/>
              </a:ext>
            </a:extLst>
          </p:cNvPr>
          <p:cNvSpPr txBox="1"/>
          <p:nvPr/>
        </p:nvSpPr>
        <p:spPr>
          <a:xfrm>
            <a:off x="2800030" y="204486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BD3A3D17-85A6-4FB3-8152-578BB5D68CA1}"/>
              </a:ext>
            </a:extLst>
          </p:cNvPr>
          <p:cNvCxnSpPr>
            <a:cxnSpLocks/>
          </p:cNvCxnSpPr>
          <p:nvPr/>
        </p:nvCxnSpPr>
        <p:spPr>
          <a:xfrm>
            <a:off x="3344740" y="3606120"/>
            <a:ext cx="5059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94865B8-18B0-47E6-BE80-B47076868672}"/>
              </a:ext>
            </a:extLst>
          </p:cNvPr>
          <p:cNvSpPr txBox="1"/>
          <p:nvPr/>
        </p:nvSpPr>
        <p:spPr>
          <a:xfrm>
            <a:off x="2962590" y="331486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3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328026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91656F3-B7BA-4E63-B7A5-D5BF9E3DA2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609" y="0"/>
            <a:ext cx="9446781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23CAD241-3408-42E0-AA14-1B9D39DD35E4}"/>
              </a:ext>
            </a:extLst>
          </p:cNvPr>
          <p:cNvCxnSpPr>
            <a:cxnSpLocks/>
          </p:cNvCxnSpPr>
          <p:nvPr/>
        </p:nvCxnSpPr>
        <p:spPr>
          <a:xfrm>
            <a:off x="5521933" y="3235960"/>
            <a:ext cx="57406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1DBBFF0-ED2B-494B-81B0-C948B7288593}"/>
              </a:ext>
            </a:extLst>
          </p:cNvPr>
          <p:cNvSpPr txBox="1"/>
          <p:nvPr/>
        </p:nvSpPr>
        <p:spPr>
          <a:xfrm>
            <a:off x="5139783" y="294470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54025C8A-73F0-47AE-BCFA-FFD653688FF3}"/>
              </a:ext>
            </a:extLst>
          </p:cNvPr>
          <p:cNvCxnSpPr>
            <a:cxnSpLocks/>
          </p:cNvCxnSpPr>
          <p:nvPr/>
        </p:nvCxnSpPr>
        <p:spPr>
          <a:xfrm>
            <a:off x="7807933" y="4434840"/>
            <a:ext cx="35054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B122F2D-491C-4DA1-A2C0-F33753EFE3E9}"/>
              </a:ext>
            </a:extLst>
          </p:cNvPr>
          <p:cNvSpPr txBox="1"/>
          <p:nvPr/>
        </p:nvSpPr>
        <p:spPr>
          <a:xfrm>
            <a:off x="7425783" y="414358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AC3B5E0F-179C-48C6-9461-02543FFD12B0}"/>
              </a:ext>
            </a:extLst>
          </p:cNvPr>
          <p:cNvCxnSpPr>
            <a:cxnSpLocks/>
          </p:cNvCxnSpPr>
          <p:nvPr/>
        </p:nvCxnSpPr>
        <p:spPr>
          <a:xfrm>
            <a:off x="5544083" y="5252379"/>
            <a:ext cx="5519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6E4C15B-D7CF-4CB6-8EAC-A6957CFFBDAC}"/>
              </a:ext>
            </a:extLst>
          </p:cNvPr>
          <p:cNvSpPr txBox="1"/>
          <p:nvPr/>
        </p:nvSpPr>
        <p:spPr>
          <a:xfrm>
            <a:off x="5161933" y="4961122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3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A9663093-F7F1-4AB3-8844-54CB9BA25C6B}"/>
              </a:ext>
            </a:extLst>
          </p:cNvPr>
          <p:cNvCxnSpPr>
            <a:cxnSpLocks/>
          </p:cNvCxnSpPr>
          <p:nvPr/>
        </p:nvCxnSpPr>
        <p:spPr>
          <a:xfrm>
            <a:off x="5381523" y="2377099"/>
            <a:ext cx="5519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00E6984-8400-42E3-B3BB-8E1F8D21265A}"/>
              </a:ext>
            </a:extLst>
          </p:cNvPr>
          <p:cNvSpPr txBox="1"/>
          <p:nvPr/>
        </p:nvSpPr>
        <p:spPr>
          <a:xfrm>
            <a:off x="4999373" y="2085842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4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255033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E0370FD-BF1E-4620-B827-E38ECC273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609" y="0"/>
            <a:ext cx="9446781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51629F3E-F6BB-4B6C-ACBA-D9DB55428112}"/>
              </a:ext>
            </a:extLst>
          </p:cNvPr>
          <p:cNvCxnSpPr>
            <a:cxnSpLocks/>
          </p:cNvCxnSpPr>
          <p:nvPr/>
        </p:nvCxnSpPr>
        <p:spPr>
          <a:xfrm>
            <a:off x="7960333" y="5308600"/>
            <a:ext cx="30990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824897B-0131-40F8-ADBB-C40083E4BAA9}"/>
              </a:ext>
            </a:extLst>
          </p:cNvPr>
          <p:cNvSpPr txBox="1"/>
          <p:nvPr/>
        </p:nvSpPr>
        <p:spPr>
          <a:xfrm>
            <a:off x="7578183" y="501734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408BF12C-E67B-4FDB-A685-B17E02D23308}"/>
              </a:ext>
            </a:extLst>
          </p:cNvPr>
          <p:cNvCxnSpPr>
            <a:cxnSpLocks/>
          </p:cNvCxnSpPr>
          <p:nvPr/>
        </p:nvCxnSpPr>
        <p:spPr>
          <a:xfrm>
            <a:off x="8652390" y="4566920"/>
            <a:ext cx="55257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88E128D-D95A-40B0-B560-5016ADA7298C}"/>
              </a:ext>
            </a:extLst>
          </p:cNvPr>
          <p:cNvSpPr txBox="1"/>
          <p:nvPr/>
        </p:nvSpPr>
        <p:spPr>
          <a:xfrm>
            <a:off x="8270240" y="427566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091101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0540261-FA5D-478D-AE59-9063CB8E33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609" y="0"/>
            <a:ext cx="9446781" cy="6858000"/>
          </a:xfrm>
          <a:prstGeom prst="rect">
            <a:avLst/>
          </a:prstGeom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63A7883-F002-4EFF-A39A-A947DDDB37FD}"/>
              </a:ext>
            </a:extLst>
          </p:cNvPr>
          <p:cNvCxnSpPr>
            <a:cxnSpLocks/>
          </p:cNvCxnSpPr>
          <p:nvPr/>
        </p:nvCxnSpPr>
        <p:spPr>
          <a:xfrm>
            <a:off x="8529293" y="4333240"/>
            <a:ext cx="197614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AE0E3C3-55D8-4E15-A6B7-C3A198B502E0}"/>
              </a:ext>
            </a:extLst>
          </p:cNvPr>
          <p:cNvSpPr txBox="1"/>
          <p:nvPr/>
        </p:nvSpPr>
        <p:spPr>
          <a:xfrm>
            <a:off x="8147143" y="404198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629DADC1-2425-49C9-8D99-C8B7F1F30C65}"/>
              </a:ext>
            </a:extLst>
          </p:cNvPr>
          <p:cNvCxnSpPr>
            <a:cxnSpLocks/>
          </p:cNvCxnSpPr>
          <p:nvPr/>
        </p:nvCxnSpPr>
        <p:spPr>
          <a:xfrm>
            <a:off x="5410173" y="2352040"/>
            <a:ext cx="50294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C8540A2-B40B-4E7C-9377-11C012E4ABDA}"/>
              </a:ext>
            </a:extLst>
          </p:cNvPr>
          <p:cNvSpPr txBox="1"/>
          <p:nvPr/>
        </p:nvSpPr>
        <p:spPr>
          <a:xfrm>
            <a:off x="5028023" y="206078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97466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6DD634F-582F-44BD-9A6C-5133F235A7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968" y="0"/>
            <a:ext cx="9234063" cy="6858000"/>
          </a:xfrm>
          <a:prstGeom prst="rect">
            <a:avLst/>
          </a:prstGeom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15F55F8-7AC0-4A6A-954F-0B20F2DA0881}"/>
              </a:ext>
            </a:extLst>
          </p:cNvPr>
          <p:cNvCxnSpPr>
            <a:cxnSpLocks/>
          </p:cNvCxnSpPr>
          <p:nvPr/>
        </p:nvCxnSpPr>
        <p:spPr>
          <a:xfrm>
            <a:off x="2524733" y="1559560"/>
            <a:ext cx="140718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36E766D-77BE-4049-B0FD-1E2E56EAD80B}"/>
              </a:ext>
            </a:extLst>
          </p:cNvPr>
          <p:cNvSpPr txBox="1"/>
          <p:nvPr/>
        </p:nvSpPr>
        <p:spPr>
          <a:xfrm>
            <a:off x="2142583" y="126830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A7C1DD3-265C-47D9-9957-EB2455E1AA47}"/>
              </a:ext>
            </a:extLst>
          </p:cNvPr>
          <p:cNvCxnSpPr>
            <a:cxnSpLocks/>
          </p:cNvCxnSpPr>
          <p:nvPr/>
        </p:nvCxnSpPr>
        <p:spPr>
          <a:xfrm>
            <a:off x="3428973" y="2291080"/>
            <a:ext cx="109222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1DA3124-63AD-46F2-993B-60F923338ECF}"/>
              </a:ext>
            </a:extLst>
          </p:cNvPr>
          <p:cNvSpPr txBox="1"/>
          <p:nvPr/>
        </p:nvSpPr>
        <p:spPr>
          <a:xfrm>
            <a:off x="3046823" y="199982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188298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0EEDD4D-C83B-45A8-BB0F-805486E752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968" y="0"/>
            <a:ext cx="9234063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9D2C63C4-6612-4464-9011-76107864A412}"/>
              </a:ext>
            </a:extLst>
          </p:cNvPr>
          <p:cNvCxnSpPr>
            <a:cxnSpLocks/>
          </p:cNvCxnSpPr>
          <p:nvPr/>
        </p:nvCxnSpPr>
        <p:spPr>
          <a:xfrm>
            <a:off x="5664173" y="4424680"/>
            <a:ext cx="360174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997286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9AFEF6C7-9A0A-429E-9DBD-E38C381B8A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0" y="571500"/>
            <a:ext cx="5715000" cy="5715000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CB033870-DC3E-40E2-813D-1DF2338A68FE}"/>
              </a:ext>
            </a:extLst>
          </p:cNvPr>
          <p:cNvSpPr/>
          <p:nvPr/>
        </p:nvSpPr>
        <p:spPr>
          <a:xfrm>
            <a:off x="5334000" y="2438400"/>
            <a:ext cx="1701800" cy="17018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21382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13F03CE-8DD3-4D5D-A64C-FD1431597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0" y="571500"/>
            <a:ext cx="5715000" cy="5715000"/>
          </a:xfrm>
          <a:prstGeom prst="rect">
            <a:avLst/>
          </a:prstGeom>
        </p:spPr>
      </p:pic>
      <p:sp>
        <p:nvSpPr>
          <p:cNvPr id="4" name="楕円 3">
            <a:extLst>
              <a:ext uri="{FF2B5EF4-FFF2-40B4-BE49-F238E27FC236}">
                <a16:creationId xmlns:a16="http://schemas.microsoft.com/office/drawing/2014/main" id="{929DD777-0291-4B87-B5BA-C0E5B633D707}"/>
              </a:ext>
            </a:extLst>
          </p:cNvPr>
          <p:cNvSpPr/>
          <p:nvPr/>
        </p:nvSpPr>
        <p:spPr>
          <a:xfrm>
            <a:off x="5334000" y="2438400"/>
            <a:ext cx="1701800" cy="17018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078033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4437332-F9F2-A312-D86B-1C9177FD2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30" y="0"/>
            <a:ext cx="11989340" cy="6858000"/>
          </a:xfrm>
          <a:prstGeom prst="rect">
            <a:avLst/>
          </a:prstGeom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EAD6FC3-86EA-9CBF-9A9F-9E9E1C2E9688}"/>
              </a:ext>
            </a:extLst>
          </p:cNvPr>
          <p:cNvCxnSpPr>
            <a:cxnSpLocks/>
          </p:cNvCxnSpPr>
          <p:nvPr/>
        </p:nvCxnSpPr>
        <p:spPr>
          <a:xfrm>
            <a:off x="483480" y="6047669"/>
            <a:ext cx="96662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0444120-E7BD-EC5C-6B4B-D343AC279682}"/>
              </a:ext>
            </a:extLst>
          </p:cNvPr>
          <p:cNvSpPr txBox="1"/>
          <p:nvPr/>
        </p:nvSpPr>
        <p:spPr>
          <a:xfrm>
            <a:off x="101330" y="5756412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4EC56965-E4FE-5917-D17C-EAF1CBF15209}"/>
              </a:ext>
            </a:extLst>
          </p:cNvPr>
          <p:cNvCxnSpPr>
            <a:cxnSpLocks/>
          </p:cNvCxnSpPr>
          <p:nvPr/>
        </p:nvCxnSpPr>
        <p:spPr>
          <a:xfrm>
            <a:off x="4575189" y="6555669"/>
            <a:ext cx="66182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9A84A41-86FE-204B-CF71-B9244A3CF0BC}"/>
              </a:ext>
            </a:extLst>
          </p:cNvPr>
          <p:cNvSpPr txBox="1"/>
          <p:nvPr/>
        </p:nvSpPr>
        <p:spPr>
          <a:xfrm>
            <a:off x="4193039" y="6264412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3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0551AD05-6CFE-547B-1E86-996F43B223DA}"/>
              </a:ext>
            </a:extLst>
          </p:cNvPr>
          <p:cNvCxnSpPr>
            <a:cxnSpLocks/>
          </p:cNvCxnSpPr>
          <p:nvPr/>
        </p:nvCxnSpPr>
        <p:spPr>
          <a:xfrm>
            <a:off x="1832259" y="1780469"/>
            <a:ext cx="39370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EB998E1-3EC9-3AD5-F489-E6AE70F58830}"/>
              </a:ext>
            </a:extLst>
          </p:cNvPr>
          <p:cNvSpPr txBox="1"/>
          <p:nvPr/>
        </p:nvSpPr>
        <p:spPr>
          <a:xfrm>
            <a:off x="1450109" y="1489212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043952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B1D26BE1-1A66-F29E-D32A-A565BBCB88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511" y="0"/>
            <a:ext cx="11952977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B1E17595-ABFB-4797-A72D-A0A201028B68}"/>
              </a:ext>
            </a:extLst>
          </p:cNvPr>
          <p:cNvCxnSpPr>
            <a:cxnSpLocks/>
          </p:cNvCxnSpPr>
          <p:nvPr/>
        </p:nvCxnSpPr>
        <p:spPr>
          <a:xfrm>
            <a:off x="284319" y="3170588"/>
            <a:ext cx="27394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F3EBD0A-8D9C-4312-8370-CC9EDC3631CB}"/>
              </a:ext>
            </a:extLst>
          </p:cNvPr>
          <p:cNvSpPr txBox="1"/>
          <p:nvPr/>
        </p:nvSpPr>
        <p:spPr>
          <a:xfrm>
            <a:off x="-97831" y="2879331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13477EC4-8BB0-406A-B265-D6237481EC05}"/>
              </a:ext>
            </a:extLst>
          </p:cNvPr>
          <p:cNvCxnSpPr>
            <a:cxnSpLocks/>
          </p:cNvCxnSpPr>
          <p:nvPr/>
        </p:nvCxnSpPr>
        <p:spPr>
          <a:xfrm>
            <a:off x="3311197" y="2083573"/>
            <a:ext cx="51056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C016FA5-22CF-4DD0-9918-6A9FC6A107AB}"/>
              </a:ext>
            </a:extLst>
          </p:cNvPr>
          <p:cNvSpPr txBox="1"/>
          <p:nvPr/>
        </p:nvSpPr>
        <p:spPr>
          <a:xfrm>
            <a:off x="2929047" y="1792316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106621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9499846A-61E6-443D-A2A9-4B1A738AE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433" y="0"/>
            <a:ext cx="9999133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A4862659-29C2-4929-A749-2ACEAB2A4EEB}"/>
              </a:ext>
            </a:extLst>
          </p:cNvPr>
          <p:cNvCxnSpPr>
            <a:cxnSpLocks/>
          </p:cNvCxnSpPr>
          <p:nvPr/>
        </p:nvCxnSpPr>
        <p:spPr>
          <a:xfrm>
            <a:off x="1118583" y="2867660"/>
            <a:ext cx="3546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2C030D2-8F4B-4263-A71F-28F83625E1AC}"/>
              </a:ext>
            </a:extLst>
          </p:cNvPr>
          <p:cNvSpPr txBox="1"/>
          <p:nvPr/>
        </p:nvSpPr>
        <p:spPr>
          <a:xfrm>
            <a:off x="736433" y="257640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4AC1A642-5D1A-4CE9-8A43-538850FA9189}"/>
              </a:ext>
            </a:extLst>
          </p:cNvPr>
          <p:cNvCxnSpPr>
            <a:cxnSpLocks/>
          </p:cNvCxnSpPr>
          <p:nvPr/>
        </p:nvCxnSpPr>
        <p:spPr>
          <a:xfrm>
            <a:off x="2147283" y="4671060"/>
            <a:ext cx="9388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17ADE82-6AE0-45A6-8327-15161EE16299}"/>
              </a:ext>
            </a:extLst>
          </p:cNvPr>
          <p:cNvSpPr txBox="1"/>
          <p:nvPr/>
        </p:nvSpPr>
        <p:spPr>
          <a:xfrm>
            <a:off x="1765133" y="437980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kumimoji="1"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931164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F7DD1A35-1F25-4A10-A6F3-B9D725FD6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433" y="0"/>
            <a:ext cx="9999133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35E39DF0-7177-453B-8D93-FDECA0FA32BF}"/>
              </a:ext>
            </a:extLst>
          </p:cNvPr>
          <p:cNvCxnSpPr>
            <a:cxnSpLocks/>
          </p:cNvCxnSpPr>
          <p:nvPr/>
        </p:nvCxnSpPr>
        <p:spPr>
          <a:xfrm>
            <a:off x="5284183" y="1889760"/>
            <a:ext cx="12690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1E25123-9E7E-4602-A057-FF71757E21E1}"/>
              </a:ext>
            </a:extLst>
          </p:cNvPr>
          <p:cNvSpPr txBox="1"/>
          <p:nvPr/>
        </p:nvSpPr>
        <p:spPr>
          <a:xfrm>
            <a:off x="4902033" y="159850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302402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CAD13EC-2C7C-4CB7-8EAA-D3CB53CC08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433" y="0"/>
            <a:ext cx="9999133" cy="6858000"/>
          </a:xfrm>
          <a:prstGeom prst="rect">
            <a:avLst/>
          </a:prstGeom>
        </p:spPr>
      </p:pic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BD1714A3-A2E4-49A2-8A17-27CB034F2620}"/>
              </a:ext>
            </a:extLst>
          </p:cNvPr>
          <p:cNvCxnSpPr>
            <a:cxnSpLocks/>
          </p:cNvCxnSpPr>
          <p:nvPr/>
        </p:nvCxnSpPr>
        <p:spPr>
          <a:xfrm>
            <a:off x="6338283" y="2524760"/>
            <a:ext cx="9007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FCF4C59-D25E-49C9-9407-0322B2792F47}"/>
              </a:ext>
            </a:extLst>
          </p:cNvPr>
          <p:cNvSpPr txBox="1"/>
          <p:nvPr/>
        </p:nvSpPr>
        <p:spPr>
          <a:xfrm>
            <a:off x="5956133" y="223350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altLang="ja-JP" b="1">
                <a:solidFill>
                  <a:schemeClr val="bg1"/>
                </a:solidFill>
              </a:rPr>
              <a:t>1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5DF79EBE-A0C9-4C30-BBDC-D62C361D1FC9}"/>
              </a:ext>
            </a:extLst>
          </p:cNvPr>
          <p:cNvCxnSpPr>
            <a:cxnSpLocks/>
          </p:cNvCxnSpPr>
          <p:nvPr/>
        </p:nvCxnSpPr>
        <p:spPr>
          <a:xfrm>
            <a:off x="6360433" y="6626860"/>
            <a:ext cx="77696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8839BEA-20D8-40C5-9FC5-02502D38836A}"/>
              </a:ext>
            </a:extLst>
          </p:cNvPr>
          <p:cNvSpPr txBox="1"/>
          <p:nvPr/>
        </p:nvSpPr>
        <p:spPr>
          <a:xfrm>
            <a:off x="5978283" y="6335603"/>
            <a:ext cx="360000" cy="360000"/>
          </a:xfrm>
          <a:prstGeom prst="ellipse">
            <a:avLst/>
          </a:prstGeom>
          <a:solidFill>
            <a:srgbClr val="FF0000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altLang="ja-JP" b="1">
                <a:solidFill>
                  <a:schemeClr val="bg1"/>
                </a:solidFill>
              </a:rPr>
              <a:t>2</a:t>
            </a:r>
            <a:endParaRPr kumimoji="1" lang="ja-JP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93178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1427</TotalTime>
  <Words>166</Words>
  <Application>Microsoft Office PowerPoint</Application>
  <PresentationFormat>ワイド画面</PresentationFormat>
  <Paragraphs>161</Paragraphs>
  <Slides>106</Slides>
  <Notes>0</Notes>
  <HiddenSlides>46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106</vt:i4>
      </vt:variant>
    </vt:vector>
  </HeadingPairs>
  <TitlesOfParts>
    <vt:vector size="1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松岡 貴志</dc:creator>
  <cp:lastModifiedBy>Takashi Matsuoka</cp:lastModifiedBy>
  <cp:revision>73</cp:revision>
  <dcterms:created xsi:type="dcterms:W3CDTF">2019-04-30T04:22:38Z</dcterms:created>
  <dcterms:modified xsi:type="dcterms:W3CDTF">2025-02-14T04:58:25Z</dcterms:modified>
</cp:coreProperties>
</file>